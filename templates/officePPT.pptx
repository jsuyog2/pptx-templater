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3C471-C754-871F-AF6C-A200F7425B03}" v="122" dt="2026-06-18T11:32:04.302"/>
    <p1510:client id="{2796ABAA-F5FB-42ED-8CAB-0587183265E4}" v="9" dt="2026-06-18T08:43:12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AF6D7-0F32-4F05-B21A-8AF0CB26F94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600" b="0" i="0" u="none">
                <a:solidFill>
                  <a:srgbClr val="00B050"/>
                </a:solidFill>
                <a:latin typeface="Tahoma" panose="020B0604030504040204" pitchFamily="34" charset="0"/>
              </a:defRPr>
            </a:lvl1pPr>
          </a:lstStyle>
          <a:p>
            <a:r>
              <a:rPr lang="en-IN"/>
              <a:t>Public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9BE13-E5DD-4ADC-A243-D0627F8BD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080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9BE13-E5DD-4ADC-A243-D0627F8BD02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1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9BE13-E5DD-4ADC-A243-D0627F8BD02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82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9BE13-E5DD-4ADC-A243-D0627F8BD02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154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9BE13-E5DD-4ADC-A243-D0627F8BD02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65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9BE13-E5DD-4ADC-A243-D0627F8BD0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090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9BE13-E5DD-4ADC-A243-D0627F8BD02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33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>
            <a:lvl1pPr>
              <a:defRPr b="0" i="0" u="none">
                <a:solidFill>
                  <a:srgbClr val="00B050"/>
                </a:solidFill>
              </a:defRPr>
            </a:lvl1pPr>
          </a:lstStyle>
          <a:p>
            <a:r>
              <a:rPr lang="en-IN"/>
              <a:t>Public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 u="none">
                <a:solidFill>
                  <a:srgbClr val="00B050"/>
                </a:solidFill>
                <a:latin typeface="Tahoma" panose="020B0604030504040204" pitchFamily="34" charset="0"/>
              </a:defRPr>
            </a:lvl1pPr>
          </a:lstStyle>
          <a:p>
            <a:r>
              <a:rPr lang="en-IN"/>
              <a:t>Public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7604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0303B-D788-4D39-A1D0-32C5F90213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{{title2}}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522F2-E5A7-4F5D-999D-810C8CB35B7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9333"/>
          </a:xfrm>
        </p:spPr>
        <p:txBody>
          <a:bodyPr>
            <a:normAutofit fontScale="90000"/>
          </a:bodyPr>
          <a:lstStyle/>
          <a:p>
            <a:r>
              <a:rPr lang="en-US" sz="2800"/>
              <a:t>Hello {{title}}</a:t>
            </a:r>
            <a:endParaRPr lang="en-IN" sz="280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244565"/>
              </p:ext>
            </p:extLst>
          </p:nvPr>
        </p:nvGraphicFramePr>
        <p:xfrm>
          <a:off x="838200" y="732950"/>
          <a:ext cx="10515600" cy="101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8224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STATUS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641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5897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838200" y="-4207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673608"/>
              </p:ext>
            </p:extLst>
          </p:nvPr>
        </p:nvGraphicFramePr>
        <p:xfrm>
          <a:off x="838200" y="574548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qqqwet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  <p:sp>
        <p:nvSpPr>
          <p:cNvPr id="4" name="Shape01">
            <a:extLst>
              <a:ext uri="{FF2B5EF4-FFF2-40B4-BE49-F238E27FC236}">
                <a16:creationId xmlns:a16="http://schemas.microsoft.com/office/drawing/2014/main" id="{3693A6A3-E2A6-FE4E-5729-75F6CA7C3D56}"/>
              </a:ext>
            </a:extLst>
          </p:cNvPr>
          <p:cNvSpPr/>
          <p:nvPr/>
        </p:nvSpPr>
        <p:spPr>
          <a:xfrm>
            <a:off x="3043418" y="182301"/>
            <a:ext cx="287274" cy="304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8" name="Shape02">
            <a:extLst>
              <a:ext uri="{FF2B5EF4-FFF2-40B4-BE49-F238E27FC236}">
                <a16:creationId xmlns:a16="http://schemas.microsoft.com/office/drawing/2014/main" id="{EAB81D09-6F97-AF14-0D2D-73C35EC0AB38}"/>
              </a:ext>
            </a:extLst>
          </p:cNvPr>
          <p:cNvSpPr/>
          <p:nvPr/>
        </p:nvSpPr>
        <p:spPr>
          <a:xfrm>
            <a:off x="3727410" y="181457"/>
            <a:ext cx="287274" cy="304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0" name="Shape03">
            <a:extLst>
              <a:ext uri="{FF2B5EF4-FFF2-40B4-BE49-F238E27FC236}">
                <a16:creationId xmlns:a16="http://schemas.microsoft.com/office/drawing/2014/main" id="{94BE44B0-3A2D-FC89-DB70-1072E5444FE9}"/>
              </a:ext>
            </a:extLst>
          </p:cNvPr>
          <p:cNvSpPr/>
          <p:nvPr/>
        </p:nvSpPr>
        <p:spPr>
          <a:xfrm>
            <a:off x="4313663" y="178564"/>
            <a:ext cx="287274" cy="3048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6" name="Shape04">
            <a:extLst>
              <a:ext uri="{FF2B5EF4-FFF2-40B4-BE49-F238E27FC236}">
                <a16:creationId xmlns:a16="http://schemas.microsoft.com/office/drawing/2014/main" id="{92B0CC66-1A22-3704-4B85-F2E218CC1DB7}"/>
              </a:ext>
            </a:extLst>
          </p:cNvPr>
          <p:cNvSpPr/>
          <p:nvPr/>
        </p:nvSpPr>
        <p:spPr>
          <a:xfrm>
            <a:off x="4873105" y="178563"/>
            <a:ext cx="287274" cy="304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9" name="Shape05">
            <a:extLst>
              <a:ext uri="{FF2B5EF4-FFF2-40B4-BE49-F238E27FC236}">
                <a16:creationId xmlns:a16="http://schemas.microsoft.com/office/drawing/2014/main" id="{DEEA9499-0AAE-C967-31EB-0E066BD48ABC}"/>
              </a:ext>
            </a:extLst>
          </p:cNvPr>
          <p:cNvSpPr/>
          <p:nvPr/>
        </p:nvSpPr>
        <p:spPr>
          <a:xfrm>
            <a:off x="5403612" y="178564"/>
            <a:ext cx="287274" cy="3048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1" name="Shape06">
            <a:extLst>
              <a:ext uri="{FF2B5EF4-FFF2-40B4-BE49-F238E27FC236}">
                <a16:creationId xmlns:a16="http://schemas.microsoft.com/office/drawing/2014/main" id="{BB6AB5BE-5F58-2384-C0AA-46EADE997667}"/>
              </a:ext>
            </a:extLst>
          </p:cNvPr>
          <p:cNvSpPr/>
          <p:nvPr/>
        </p:nvSpPr>
        <p:spPr>
          <a:xfrm>
            <a:off x="5953409" y="178563"/>
            <a:ext cx="287274" cy="3048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672FF25-2EE4-4CCB-8E91-567C30CA932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Series</a:t>
            </a:r>
            <a:r>
              <a:rPr lang="en-US"/>
              <a:t> 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1B71-AFB5-4983-9668-CCD00F9D7E4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>
                <a:latin typeface="Adobe Garamond Pro Bold" panose="02020702060506020403" pitchFamily="18" charset="0"/>
              </a:rPr>
              <a:t>2</a:t>
            </a:r>
            <a:r>
              <a:rPr lang="en-US" baseline="30000">
                <a:latin typeface="Adobe Garamond Pro Bold" panose="02020702060506020403" pitchFamily="18" charset="0"/>
              </a:rPr>
              <a:t>nd</a:t>
            </a:r>
            <a:r>
              <a:rPr lang="en-US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/>
              <a:t>3</a:t>
            </a:r>
            <a:r>
              <a:rPr lang="en-US" sz="1600" baseline="30000"/>
              <a:t>rd</a:t>
            </a:r>
            <a:r>
              <a:rPr lang="en-US" sz="1600"/>
              <a:t> item</a:t>
            </a:r>
            <a:endParaRPr lang="en-IN" sz="1600"/>
          </a:p>
        </p:txBody>
      </p:sp>
      <p:graphicFrame>
        <p:nvGraphicFramePr>
          <p:cNvPr id="5" name="Board Data">
            <a:extLst>
              <a:ext uri="{FF2B5EF4-FFF2-40B4-BE49-F238E27FC236}">
                <a16:creationId xmlns:a16="http://schemas.microsoft.com/office/drawing/2014/main" id="{200C1D5F-0C2A-486C-A767-14A24E5AA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46633"/>
              </p:ext>
            </p:extLst>
          </p:nvPr>
        </p:nvGraphicFramePr>
        <p:xfrm>
          <a:off x="6941467" y="136525"/>
          <a:ext cx="4334512" cy="45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19216">
                  <a:extLst>
                    <a:ext uri="{9D8B030D-6E8A-4147-A177-3AD203B41FA5}">
                      <a16:colId xmlns:a16="http://schemas.microsoft.com/office/drawing/2014/main" val="2710512592"/>
                    </a:ext>
                  </a:extLst>
                </a:gridCol>
                <a:gridCol w="1152494">
                  <a:extLst>
                    <a:ext uri="{9D8B030D-6E8A-4147-A177-3AD203B41FA5}">
                      <a16:colId xmlns:a16="http://schemas.microsoft.com/office/drawing/2014/main" val="3519371818"/>
                    </a:ext>
                  </a:extLst>
                </a:gridCol>
                <a:gridCol w="738554">
                  <a:extLst>
                    <a:ext uri="{9D8B030D-6E8A-4147-A177-3AD203B41FA5}">
                      <a16:colId xmlns:a16="http://schemas.microsoft.com/office/drawing/2014/main" val="4260604003"/>
                    </a:ext>
                  </a:extLst>
                </a:gridCol>
                <a:gridCol w="580292">
                  <a:extLst>
                    <a:ext uri="{9D8B030D-6E8A-4147-A177-3AD203B41FA5}">
                      <a16:colId xmlns:a16="http://schemas.microsoft.com/office/drawing/2014/main" val="95899133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9024402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505228023"/>
                    </a:ext>
                  </a:extLst>
                </a:gridCol>
                <a:gridCol w="311971">
                  <a:extLst>
                    <a:ext uri="{9D8B030D-6E8A-4147-A177-3AD203B41FA5}">
                      <a16:colId xmlns:a16="http://schemas.microsoft.com/office/drawing/2014/main" val="3014002297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BOARD COMPOSITION DATA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lang="en-US" sz="600" b="0" i="0" kern="1200" dirty="0">
                          <a:solidFill>
                            <a:schemeClr val="bg1"/>
                          </a:solidFill>
                          <a:latin typeface="Fund Regular" pitchFamily="2" charset="-78"/>
                          <a:ea typeface="+mn-ea"/>
                          <a:cs typeface="Fund Regular" pitchFamily="2" charset="-78"/>
                        </a:rPr>
                        <a:t>START DATE: MMMM-YYYY</a:t>
                      </a:r>
                      <a:endParaRPr lang="en-US" sz="6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und Regular" pitchFamily="2" charset="-78"/>
                          <a:ea typeface="+mn-ea"/>
                          <a:cs typeface="Fund Regular" pitchFamily="2" charset="-78"/>
                        </a:rPr>
                        <a:t>END DATE: MMMM-YYYY</a:t>
                      </a:r>
                      <a:endParaRPr lang="en-US" sz="6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lang="en-US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66192"/>
                  </a:ext>
                </a:extLst>
              </a:tr>
              <a:tr h="142016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NAME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PIF EMPLOYEE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OTHER PIF REP.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BOARD</a:t>
                      </a: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EXCOM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AUDIT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2"/>
                          </a:solidFill>
                          <a:latin typeface="Fund Regular" pitchFamily="2" charset="-78"/>
                          <a:cs typeface="Fund Regular" pitchFamily="2" charset="-78"/>
                        </a:rPr>
                        <a:t>NRC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78351"/>
                  </a:ext>
                </a:extLst>
              </a:tr>
              <a:tr h="132304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Member #1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 dirty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No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</a:pPr>
                      <a:r>
                        <a:rPr lang="en-US" sz="600" b="0" i="0">
                          <a:solidFill>
                            <a:schemeClr val="tx1"/>
                          </a:solidFill>
                          <a:latin typeface="Fund Light" pitchFamily="2" charset="-78"/>
                          <a:cs typeface="Fund Light" pitchFamily="2" charset="-78"/>
                        </a:rPr>
                        <a:t>Yes</a:t>
                      </a:r>
                      <a:endParaRPr lang="en-US" sz="600" b="0" i="0" dirty="0">
                        <a:solidFill>
                          <a:schemeClr val="tx1"/>
                        </a:solidFill>
                        <a:latin typeface="Fund Light" pitchFamily="2" charset="-78"/>
                        <a:cs typeface="Fund Light" pitchFamily="2" charset="-78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200"/>
                        </a:lnSpc>
                      </a:pPr>
                      <a:r>
                        <a:rPr lang="en-US" sz="600" b="0" i="0" kern="1200" dirty="0">
                          <a:solidFill>
                            <a:schemeClr val="tx1"/>
                          </a:solidFill>
                          <a:latin typeface="Fund Light" pitchFamily="2" charset="-78"/>
                          <a:ea typeface="+mn-ea"/>
                          <a:cs typeface="Fund Light" pitchFamily="2" charset="-78"/>
                        </a:rPr>
                        <a:t>q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714469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A55677-1FD6-40FD-A80C-B7E44566976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FE7BC075-9F6E-28B2-59E8-8F26920BE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558840"/>
              </p:ext>
            </p:extLst>
          </p:nvPr>
        </p:nvGraphicFramePr>
        <p:xfrm>
          <a:off x="838199" y="573206"/>
          <a:ext cx="1078969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12">
                  <a:extLst>
                    <a:ext uri="{9D8B030D-6E8A-4147-A177-3AD203B41FA5}">
                      <a16:colId xmlns:a16="http://schemas.microsoft.com/office/drawing/2014/main" val="2779847418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632793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032430761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759091533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8541610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580032536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625072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242086109"/>
                    </a:ext>
                  </a:extLst>
                </a:gridCol>
              </a:tblGrid>
              <a:tr h="286828">
                <a:tc gridSpan="2">
                  <a:txBody>
                    <a:bodyPr/>
                    <a:lstStyle/>
                    <a:p>
                      <a:r>
                        <a:rPr lang="en-US" dirty="0"/>
                        <a:t>Team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8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S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x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z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lgerian" panose="04020705040A02060702" pitchFamily="82" charset="0"/>
                        </a:rPr>
                        <a:t>d</a:t>
                      </a:r>
                      <a:endParaRPr lang="en-IN" sz="1800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732806"/>
                  </a:ext>
                </a:extLst>
              </a:tr>
            </a:tbl>
          </a:graphicData>
        </a:graphic>
      </p:graphicFrame>
      <p:sp>
        <p:nvSpPr>
          <p:cNvPr id="2" name="Team A Logo">
            <a:extLst>
              <a:ext uri="{FF2B5EF4-FFF2-40B4-BE49-F238E27FC236}">
                <a16:creationId xmlns:a16="http://schemas.microsoft.com/office/drawing/2014/main" id="{40CE57F1-956F-4695-F427-6DECEE6DFC90}"/>
              </a:ext>
            </a:extLst>
          </p:cNvPr>
          <p:cNvSpPr/>
          <p:nvPr/>
        </p:nvSpPr>
        <p:spPr>
          <a:xfrm>
            <a:off x="-358439" y="2082600"/>
            <a:ext cx="716878" cy="81450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am B Logo">
            <a:extLst>
              <a:ext uri="{FF2B5EF4-FFF2-40B4-BE49-F238E27FC236}">
                <a16:creationId xmlns:a16="http://schemas.microsoft.com/office/drawing/2014/main" id="{42DD75CE-B87B-A2AB-E9D6-A94D891FA961}"/>
              </a:ext>
            </a:extLst>
          </p:cNvPr>
          <p:cNvSpPr/>
          <p:nvPr/>
        </p:nvSpPr>
        <p:spPr>
          <a:xfrm>
            <a:off x="-420986" y="3241443"/>
            <a:ext cx="841972" cy="814509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3F588-E744-219B-242D-94136B11BABD}"/>
              </a:ext>
            </a:extLst>
          </p:cNvPr>
          <p:cNvGrpSpPr/>
          <p:nvPr/>
        </p:nvGrpSpPr>
        <p:grpSpPr>
          <a:xfrm>
            <a:off x="10092818" y="159766"/>
            <a:ext cx="977638" cy="261610"/>
            <a:chOff x="3759200" y="5085720"/>
            <a:chExt cx="977638" cy="2616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3860F-6365-EF4D-D168-C842F01149A9}"/>
                </a:ext>
              </a:extLst>
            </p:cNvPr>
            <p:cNvSpPr/>
            <p:nvPr/>
          </p:nvSpPr>
          <p:spPr>
            <a:xfrm>
              <a:off x="3759200" y="5143500"/>
              <a:ext cx="336550" cy="1460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CA</a:t>
              </a:r>
              <a:endParaRPr lang="en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149580-D805-5ABB-11D1-98485224CF6C}"/>
                </a:ext>
              </a:extLst>
            </p:cNvPr>
            <p:cNvSpPr txBox="1"/>
            <p:nvPr/>
          </p:nvSpPr>
          <p:spPr>
            <a:xfrm>
              <a:off x="4140200" y="5085720"/>
              <a:ext cx="5966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Testing</a:t>
              </a:r>
              <a:endParaRPr lang="en-IN" sz="1100" dirty="0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73E8-F067-48F1-8C9F-D1E79455538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IN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2171255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"/>
  <p:tag name="BJHEADERFOOTERTEXTMARKING" val="Publi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4f3ffa34-8ea5-4d04-9688-c0eeb614b05f" origin="userSelected">
  <element uid="id_classification_nonbusiness" value=""/>
</sisl>
</file>

<file path=customXml/item2.xml><?xml version="1.0" encoding="utf-8"?>
<WrappedLabelInfo xmlns:xsd="http://www.w3.org/2001/XMLSchema" xmlns:xsi="http://www.w3.org/2001/XMLSchema-instance" xmlns="http://www.boldonjames.com/2016/02/Classifier/internal/wrappedLabelInfo">
  <Value>
        PD94bWwgdmVyc2lvbj0iMS4wIiBlbmNvZGluZz0idXMtYXNjaWkiPz48TGFiZWxJbmZvWG1sUGFydCB4bWxuczp4c2Q9Imh0dHA6Ly93d3cudzMub3JnLzIwMDEvWE1MU2NoZW1hIiB4bWxuczp4c2k9Imh0dHA6Ly93d3cudzMub3JnLzIwMDEvWE1MU2NoZW1hLWluc3RhbmNlIiB4bWxucz0iaHR0cDovL3d3dy5ib2xkb25qYW1lcy5jb20vMjAxNi8wMi9DbGFzc2lmaWVyL2ludGVybmFsL2xhYmVsSW5mbyI+PGVsaD5zS0dRS1drK1lkdW5pR1dnWEZKaXhOaHZncEpxN1VHWTwvZWxoPjxjb25maWc+UElGX1BST0Q8L2NvbmZpZz48cG9sPlBJRl9QUk9EPC9wb2w+PHN1bW1hcnk+UHVibGljPC9zdW1tYXJ5PjxhcHA+UG93ZXJQb2ludDwvYXBwPjxTaWduYXR1cmVWYWxpZD5mYWxzZTwvU2lnbmF0dXJlVmFsaWQ+PC9MYWJlbEluZm9YbWxQYXJ0Pg==</Value>
  <Signature xmlns="http://www.w3.org/2000/09/xmldsig#">
    <SignedInfo>
      <CanonicalizationMethod Algorithm="http://www.w3.org/TR/2001/REC-xml-c14n-20010315"/>
      <SignatureMethod Algorithm="http://www.w3.org/2001/04/xmldsig-more#rsa-sha256"/>
      <Reference URI="">
        <Transforms>
          <Transform Algorithm="http://www.w3.org/2000/09/xmldsig#enveloped-signature"/>
        </Transforms>
        <DigestMethod Algorithm="http://www.w3.org/2001/04/xmlenc#sha256"/>
        <DigestValue>gWe9USdyMUbYIcgeQlJ5nHknXTM3gl2T/iDgjjIb7Iw=</DigestValue>
      </Reference>
      <Reference URI="#INFO">
        <DigestMethod Algorithm="http://www.w3.org/2001/04/xmlenc#sha256"/>
        <DigestValue>gCfmLG6iiX9DZFqkfLWEYEzumQoSuK2mBrtoDGKUvF4=</DigestValue>
      </Reference>
    </SignedInfo>
    <SignatureValue>
            DF0hX3kwnkWSM7Vx+aHbnKHbKqjPO7WGFWT94IzDjcBAJYel0XuupZ4CVHfqOqpmZ6AzCW9+nstj4u0icXuShg==</SignatureValue>
    <Object Id="INFO">
      <ArrayOfString xmlns:xsd="http://www.w3.org/2001/XMLSchema" xmlns:xsi="http://www.w3.org/2001/XMLSchema-instance" xmlns="">
        <string>sKGQKWk+YduniGWgXFJixNhvgpJq7UGY</string>
      </ArrayOfString>
    </Object>
  </Signature>
</WrappedLabelInfo>
</file>

<file path=customXml/itemProps1.xml><?xml version="1.0" encoding="utf-8"?>
<ds:datastoreItem xmlns:ds="http://schemas.openxmlformats.org/officeDocument/2006/customXml" ds:itemID="{4BBA4F4B-83B1-4A04-928D-4E5BAAE29B16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36AC9BF8-2F14-4C26-BFEB-10E05DBCEFAB}">
  <ds:schemaRefs>
    <ds:schemaRef ds:uri="http://www.w3.org/2001/XMLSchema"/>
    <ds:schemaRef ds:uri="http://www.boldonjames.com/2016/02/Classifier/internal/wrappedLabelInfo"/>
    <ds:schemaRef ds:uri="http://www.w3.org/2000/09/xmldsig#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119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Fund Light</vt:lpstr>
      <vt:lpstr>Fund Regular</vt:lpstr>
      <vt:lpstr>Sakkal Majalla</vt:lpstr>
      <vt:lpstr>Tahoma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{{title}}</dc:title>
  <dc:creator>Suyog Jadhav</dc:creator>
  <cp:keywords>PIF_Public</cp:keywords>
  <cp:lastModifiedBy>Suyog Jadhav</cp:lastModifiedBy>
  <cp:revision>59</cp:revision>
  <dcterms:created xsi:type="dcterms:W3CDTF">2026-05-13T11:34:25Z</dcterms:created>
  <dcterms:modified xsi:type="dcterms:W3CDTF">2026-07-07T19:03:03Z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5eeeb970-93dd-443a-af80-cdc3d3b6532b</vt:lpwstr>
  </property>
  <property fmtid="{D5CDD505-2E9C-101B-9397-08002B2CF9AE}" pid="3" name="bjClsUserRVM">
    <vt:lpwstr>[]</vt:lpwstr>
  </property>
  <property fmtid="{D5CDD505-2E9C-101B-9397-08002B2CF9AE}" pid="4" name="bjSaver">
    <vt:lpwstr>Gfk1VOGM45q9nAUTLfrFMdHururwAn3y</vt:lpwstr>
  </property>
  <property fmtid="{D5CDD505-2E9C-101B-9397-08002B2CF9AE}" pid="5" name="bjDocumentSecurityLabel">
    <vt:lpwstr>Public</vt:lpwstr>
  </property>
  <property fmtid="{D5CDD505-2E9C-101B-9397-08002B2CF9AE}" pid="6" name="bjSlideMasterFooterText">
    <vt:lpwstr>Public</vt:lpwstr>
  </property>
  <property fmtid="{D5CDD505-2E9C-101B-9397-08002B2CF9AE}" pid="7" name="bjpmDocIH">
    <vt:lpwstr>59YhT6upp0Lv+BBWcGMC8RsvmZjl3log</vt:lpwstr>
  </property>
  <property fmtid="{D5CDD505-2E9C-101B-9397-08002B2CF9AE}" pid="8" name="bjDocumentLabelXML">
    <vt:lpwstr>&lt;?xml version="1.0" encoding="us-ascii"?&gt;&lt;sisl
            xmlns:xsd="http://www.w3.org/2001/XMLSchema"
            xmlns:xsi="http://www.w3.org/2001/XMLSchema-instance" sislVersion="0"
            policy="4f3ffa34-8ea5-4d04-9688-c0eeb614b05f" origin="userSelected"
            xmlns="http://www.boldonj</vt:lpwstr>
  </property>
  <property fmtid="{D5CDD505-2E9C-101B-9397-08002B2CF9AE}" pid="9" name="bjDocumentLabelXML-0">
    <vt:lpwstr>ames.com/2008/01/sie/internal/label"&gt;&lt;element
            uid="id_classification_nonbusiness" value="" /&gt;&lt;/sisl&gt;</vt:lpwstr>
  </property>
</Properties>
</file>
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3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5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6.xml" ContentType="application/vnd.openxmlformats-officedocument.presentationml.notesSlide+xml"/>
  <Override PartName="/ppt/tags/tag15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
    <Relationship Id="rId3"
        Type="http://schemas.openxmlformats.org/officeDocument/2006/relationships/extended-properties"
        Target="docProps/app.xml" />
    <Relationship Id="rId2"
        Type="http://schemas.openxmlformats.org/package/2006/relationships/metadata/core-properties"
        Target="docProps/core.xml" />
    <Relationship Id="rId1"
        Type="http://schemas.openxmlformats.org/officeDocument/2006/relationships/officeDocument"
        Target="ppt/presentation.xml" />
    <Relationship Id="rId4"
        Type="http://schemas.openxmlformats.org/officeDocument/2006/relationships/custom-properties"
        Target="docProps/custom.xml" />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10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A5A5A5"/>
    <a:srgbClr val="ED7D3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C3C471-C754-871F-AF6C-A200F7425B03}" v="122" dt="2026-06-18T11:32:04.302"/>
    <p1510:client id="{2796ABAA-F5FB-42ED-8CAB-0587183265E4}" v="9" dt="2026-06-18T08:43:12.9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
    <Relationship Id="rId8"
        Type="http://schemas.openxmlformats.org/officeDocument/2006/relationships/slide"
        Target="slides/slide5.xml" />
    <Relationship Id="rId13"
        Type="http://schemas.openxmlformats.org/officeDocument/2006/relationships/theme"
        Target="theme/theme1.xml" />
    <Relationship Id="rId3"
        Type="http://schemas.openxmlformats.org/officeDocument/2006/relationships/slideMaster"
        Target="slideMasters/slideMaster1.xml" />
    <Relationship Id="rId7"
        Type="http://schemas.openxmlformats.org/officeDocument/2006/relationships/slide"
        Target="slides/slide4.xml" />
    <Relationship Id="rId12"
        Type="http://schemas.openxmlformats.org/officeDocument/2006/relationships/viewProps"
        Target="viewProps.xml" />
    <Relationship Id="rId2"
        Type="http://schemas.openxmlformats.org/officeDocument/2006/relationships/customXml"
        Target="../customXml/item2.xml" />
    <Relationship Id="rId1"
        Type="http://schemas.openxmlformats.org/officeDocument/2006/relationships/customXml"
        Target="../customXml/item1.xml" />
    <Relationship Id="rId6"
        Type="http://schemas.openxmlformats.org/officeDocument/2006/relationships/slide"
        Target="slides/slide3.xml" />
    <Relationship Id="rId11"
        Type="http://schemas.openxmlformats.org/officeDocument/2006/relationships/presProps"
        Target="presProps.xml" />
    <Relationship Id="rId5"
        Type="http://schemas.openxmlformats.org/officeDocument/2006/relationships/slide"
        Target="slides/slide2.xml" />
    <Relationship Id="rId15"
        Type="http://schemas.microsoft.com/office/2015/10/relationships/revisionInfo"
        Target="revisionInfo.xml" />
    <Relationship Id="rId10"
        Type="http://schemas.openxmlformats.org/officeDocument/2006/relationships/notesMaster"
        Target="notesMasters/notesMaster1.xml" />
    <Relationship Id="rId4"
        Type="http://schemas.openxmlformats.org/officeDocument/2006/relationships/slide"
        Target="slides/slide1.xml" />
    <Relationship Id="rId9"
        Type="http://schemas.openxmlformats.org/officeDocument/2006/relationships/slide"
        Target="slides/slide6.xml" />
    <Relationship Id="rId14"
        Type="http://schemas.openxmlformats.org/officeDocument/2006/relationships/tableStyles"
        Target="tableStyles.xml" />
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r">
              <a:defRPr sz="3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lgerian" panose="04020705040A02060702" pitchFamily="82" charset="0"/>
                <a:ea typeface="+mn-ea"/>
                <a:cs typeface="+mn-cs"/>
              </a:defRPr>
            </a:pPr>
            <a:r>
              <a:rPr lang="en-IN" sz="3200" b="0">
                <a:latin typeface="Algerian" panose="04020705040A02060702" pitchFamily="82" charset="0"/>
              </a:rPr>
              <a:t>Chart</a:t>
            </a:r>
          </a:p>
          <a:p>
            <a:pPr algn="r">
              <a:defRPr sz="3200">
                <a:latin typeface="Algerian" panose="04020705040A02060702" pitchFamily="82" charset="0"/>
              </a:defRPr>
            </a:pPr>
            <a:r>
              <a:rPr lang="en-IN" sz="1800" b="1">
                <a:latin typeface="Agency FB" panose="020B0503020202020204" pitchFamily="34" charset="0"/>
              </a:rPr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r">
            <a:defRPr sz="3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lgerian" panose="04020705040A02060702" pitchFamily="82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077294685990338E-2"/>
          <c:y val="4.793028322440087E-2"/>
          <c:w val="0.97342995169082125"/>
          <c:h val="0.9520697167755991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082125603864733"/>
                  <c:y val="-0.12636165577342057"/>
                </c:manualLayout>
              </c:layout>
              <c:spPr>
                <a:solidFill>
                  <a:srgbClr val="4472C4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6177583780288332E-2"/>
                      <c:h val="8.4912939804093132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41C-4F54-805C-4E5E94C272C8}"/>
                </c:ext>
              </c:extLst>
            </c:dLbl>
            <c:spPr>
              <a:solidFill>
                <a:srgbClr val="4472C4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08-4425-99DE-4E5501F36E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444444444444445"/>
                  <c:y val="-5.4466230936819175E-2"/>
                </c:manualLayout>
              </c:layout>
              <c:spPr>
                <a:solidFill>
                  <a:srgbClr val="ED7D3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7047148997679643E-2"/>
                      <c:h val="9.798483522892971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4D89-4FC3-BEAD-7878BEFDFFA6}"/>
                </c:ext>
              </c:extLst>
            </c:dLbl>
            <c:spPr>
              <a:solidFill>
                <a:srgbClr val="ED7D3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08-4425-99DE-4E5501F36E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27777777777777779"/>
                  <c:y val="-7.6252723311546866E-2"/>
                </c:manualLayout>
              </c:layout>
              <c:spPr>
                <a:solidFill>
                  <a:srgbClr val="A5A5A5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05197991555404"/>
                      <c:h val="0.1655229615905855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4D89-4FC3-BEAD-7878BEFDFFA6}"/>
                </c:ext>
              </c:extLst>
            </c:dLbl>
            <c:spPr>
              <a:solidFill>
                <a:srgbClr val="A5A5A5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08-4425-99DE-4E5501F36E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961357411845259"/>
                  <c:y val="-0.11764705882352941"/>
                </c:manualLayout>
              </c:layout>
              <c:spPr>
                <a:solidFill>
                  <a:srgbClr val="FFC00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4969854311689293E-2"/>
                      <c:h val="7.8376992091674813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41C-4F54-805C-4E5E94C272C8}"/>
                </c:ext>
              </c:extLst>
            </c:dLbl>
            <c:spPr>
              <a:solidFill>
                <a:srgbClr val="FFC00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08-4425-99DE-4E5501F36EC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49142544"/>
        <c:axId val="849167024"/>
      </c:barChart>
      <c:catAx>
        <c:axId val="8491425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49167024"/>
        <c:crosses val="autoZero"/>
        <c:auto val="1"/>
        <c:lblAlgn val="ctr"/>
        <c:lblOffset val="100"/>
        <c:noMultiLvlLbl val="0"/>
      </c:catAx>
      <c:valAx>
        <c:axId val="849167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49142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
    <Relationship Id="rId2"
        Type="http://schemas.openxmlformats.org/officeDocument/2006/relationships/tags"
        Target="../tags/tag3.xml" />
    <Relationship Id="rId1"
        Type="http://schemas.openxmlformats.org/officeDocument/2006/relationships/theme"
        Target="../theme/theme2.xml" 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1AF6D7-0F32-4F05-B21A-8AF0CB26F94C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2"/>
            </p:custDataLst>
          </p:nvPr>
        </p:nvSpPr>
        <p:spPr>
          <a:xfrm>
            <a:off x="0" y="8685213"/>
            <a:ext cx="68580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600" b="0" i="0" u="none">
                <a:solidFill>
                  <a:srgbClr val="00B050"/>
                </a:solidFill>
                <a:latin typeface="Tahoma" panose="020B0604030504040204" pitchFamily="34" charset="0"/>
              </a:defRPr>
            </a:lvl1pPr>
          </a:lstStyle>
          <a:p>
            <a:r>
              <a:rPr lang="en-IN"/>
              <a:t>Public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9BE13-E5DD-4ADC-A243-D0627F8BD0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510801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
    <Relationship Id="rId3"
        Type="http://schemas.openxmlformats.org/officeDocument/2006/relationships/slide"
        Target="../slides/slide1.xml" />
    <Relationship Id="rId2"
        Type="http://schemas.openxmlformats.org/officeDocument/2006/relationships/notesMaster"
        Target="../notesMasters/notesMaster1.xml" />
    <Relationship Id="rId1"
        Type="http://schemas.openxmlformats.org/officeDocument/2006/relationships/tags"
        Target="../tags/tag5.xml" />
</Relationships>
</file>

<file path=ppt/notesSlides/_rels/notesSlide2.xml.rels><?xml version="1.0" encoding="UTF-8" standalone="yes"?>
<Relationships xmlns="http://schemas.openxmlformats.org/package/2006/relationships">
    <Relationship Id="rId3"
        Type="http://schemas.openxmlformats.org/officeDocument/2006/relationships/slide"
        Target="../slides/slide2.xml" />
    <Relationship Id="rId2"
        Type="http://schemas.openxmlformats.org/officeDocument/2006/relationships/notesMaster"
        Target="../notesMasters/notesMaster1.xml" />
    <Relationship Id="rId1"
        Type="http://schemas.openxmlformats.org/officeDocument/2006/relationships/tags"
        Target="../tags/tag7.xml" />
</Relationships>
</file>

<file path=ppt/notesSlides/_rels/notesSlide3.xml.rels><?xml version="1.0" encoding="UTF-8" standalone="yes"?>
<Relationships xmlns="http://schemas.openxmlformats.org/package/2006/relationships">
    <Relationship Id="rId3"
        Type="http://schemas.openxmlformats.org/officeDocument/2006/relationships/slide"
        Target="../slides/slide3.xml" />
    <Relationship Id="rId2"
        Type="http://schemas.openxmlformats.org/officeDocument/2006/relationships/notesMaster"
        Target="../notesMasters/notesMaster1.xml" />
    <Relationship Id="rId1"
        Type="http://schemas.openxmlformats.org/officeDocument/2006/relationships/tags"
        Target="../tags/tag9.xml" />
</Relationships>
</file>

<file path=ppt/notesSlides/_rels/notesSlide4.xml.rels><?xml version="1.0" encoding="UTF-8" standalone="yes"?>
<Relationships xmlns="http://schemas.openxmlformats.org/package/2006/relationships">
    <Relationship Id="rId3"
        Type="http://schemas.openxmlformats.org/officeDocument/2006/relationships/slide"
        Target="../slides/slide4.xml" />
    <Relationship Id="rId2"
        Type="http://schemas.openxmlformats.org/officeDocument/2006/relationships/notesMaster"
        Target="../notesMasters/notesMaster1.xml" />
    <Relationship Id="rId1"
        Type="http://schemas.openxmlformats.org/officeDocument/2006/relationships/tags"
        Target="../tags/tag11.xml" />
</Relationships>
</file>

<file path=ppt/notesSlides/_rels/notesSlide5.xml.rels><?xml version="1.0" encoding="UTF-8" standalone="yes"?>
<Relationships xmlns="http://schemas.openxmlformats.org/package/2006/relationships">
    <Relationship Id="rId3"
        Type="http://schemas.openxmlformats.org/officeDocument/2006/relationships/slide"
        Target="../slides/slide5.xml" />
    <Relationship Id="rId2"
        Type="http://schemas.openxmlformats.org/officeDocument/2006/relationships/notesMaster"
        Target="../notesMasters/notesMaster1.xml" />
    <Relationship Id="rId1"
        Type="http://schemas.openxmlformats.org/officeDocument/2006/relationships/tags"
        Target="../tags/tag13.xml" />
</Relationships>
</file>

<file path=ppt/notesSlides/_rels/notesSlide6.xml.rels><?xml version="1.0" encoding="UTF-8" standalone="yes"?>
<Relationships xmlns="http://schemas.openxmlformats.org/package/2006/relationships">
    <Relationship Id="rId3"
        Type="http://schemas.openxmlformats.org/officeDocument/2006/relationships/slide"
        Target="../slides/slide6.xml" />
    <Relationship Id="rId2"
        Type="http://schemas.openxmlformats.org/officeDocument/2006/relationships/notesMaster"
        Target="../notesMasters/notesMaster1.xml" />
    <Relationship Id="rId1"
        Type="http://schemas.openxmlformats.org/officeDocument/2006/relationships/tags"
        Target="../tags/tag15.xml" 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9BE13-E5DD-4ADC-A243-D0627F8BD02D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72165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9BE13-E5DD-4ADC-A243-D0627F8BD02D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58253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9BE13-E5DD-4ADC-A243-D0627F8BD02D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0154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9BE13-E5DD-4ADC-A243-D0627F8BD02D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06518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9BE13-E5DD-4ADC-A243-D0627F8BD02D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50905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9BE13-E5DD-4ADC-A243-D0627F8BD02D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5334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
    <Relationship Id="rId2"
        Type="http://schemas.openxmlformats.org/officeDocument/2006/relationships/slideMaster"
        Target="../slideMasters/slideMaster1.xml" />
    <Relationship Id="rId1"
        Type="http://schemas.openxmlformats.org/officeDocument/2006/relationships/tags"
        Target="../tags/tag2.xml" />
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>
            <a:lvl1pPr>
              <a:defRPr b="0" i="0" u="none">
                <a:solidFill>
                  <a:srgbClr val="00B050"/>
                </a:solidFill>
              </a:defRPr>
            </a:lvl1pPr>
          </a:lstStyle>
          <a:p>
            <a:r>
              <a:rPr lang="en-IN"/>
              <a:t>Public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  <Relationship Id="rId8"
        Type="http://schemas.openxmlformats.org/officeDocument/2006/relationships/slideLayout"
        Target="../slideLayouts/slideLayout8.xml" />
    <Relationship Id="rId13"
        Type="http://schemas.openxmlformats.org/officeDocument/2006/relationships/tags"
        Target="../tags/tag1.xml" />
    <Relationship Id="rId3"
        Type="http://schemas.openxmlformats.org/officeDocument/2006/relationships/slideLayout"
        Target="../slideLayouts/slideLayout3.xml" />
    <Relationship Id="rId7"
        Type="http://schemas.openxmlformats.org/officeDocument/2006/relationships/slideLayout"
        Target="../slideLayouts/slideLayout7.xml" />
    <Relationship Id="rId12"
        Type="http://schemas.openxmlformats.org/officeDocument/2006/relationships/theme"
        Target="../theme/theme1.xml" />
    <Relationship Id="rId2"
        Type="http://schemas.openxmlformats.org/officeDocument/2006/relationships/slideLayout"
        Target="../slideLayouts/slideLayout2.xml" />
    <Relationship Id="rId1"
        Type="http://schemas.openxmlformats.org/officeDocument/2006/relationships/slideLayout"
        Target="../slideLayouts/slideLayout1.xml" />
    <Relationship Id="rId6"
        Type="http://schemas.openxmlformats.org/officeDocument/2006/relationships/slideLayout"
        Target="../slideLayouts/slideLayout6.xml" />
    <Relationship Id="rId11"
        Type="http://schemas.openxmlformats.org/officeDocument/2006/relationships/slideLayout"
        Target="../slideLayouts/slideLayout11.xml" />
    <Relationship Id="rId5"
        Type="http://schemas.openxmlformats.org/officeDocument/2006/relationships/slideLayout"
        Target="../slideLayouts/slideLayout5.xml" />
    <Relationship Id="rId10"
        Type="http://schemas.openxmlformats.org/officeDocument/2006/relationships/slideLayout"
        Target="../slideLayouts/slideLayout10.xml" />
    <Relationship Id="rId4"
        Type="http://schemas.openxmlformats.org/officeDocument/2006/relationships/slideLayout"
        Target="../slideLayouts/slideLayout4.xml" />
    <Relationship Id="rId9"
        Type="http://schemas.openxmlformats.org/officeDocument/2006/relationships/slideLayout"
        Target="../slideLayouts/slideLayout9.xml" />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13"/>
            </p:custDataLst>
          </p:nvPr>
        </p:nvSpPr>
        <p:spPr>
          <a:xfrm>
            <a:off x="0" y="6356350"/>
            <a:ext cx="12192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00" b="0" i="0" u="none">
                <a:solidFill>
                  <a:srgbClr val="00B050"/>
                </a:solidFill>
                <a:latin typeface="Tahoma" panose="020B0604030504040204" pitchFamily="34" charset="0"/>
              </a:defRPr>
            </a:lvl1pPr>
          </a:lstStyle>
          <a:p>
            <a:r>
              <a:rPr lang="en-IN"/>
              <a:t>Public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  <Relationship Id="rId3"
        Type="http://schemas.openxmlformats.org/officeDocument/2006/relationships/notesSlide"
        Target="../notesSlides/notesSlide1.xml" />
    <Relationship Id="rId2"
        Type="http://schemas.openxmlformats.org/officeDocument/2006/relationships/slideLayout"
        Target="../slideLayouts/slideLayout2.xml" />
    <Relationship Id="rId1"
        Type="http://schemas.openxmlformats.org/officeDocument/2006/relationships/tags"
        Target="../tags/tag4.xml" />
    <Relationship Id="rId4"
        Type="http://schemas.openxmlformats.org/officeDocument/2006/relationships/chart"
        Target="../charts/chart1.xml" />
</Relationships>
</file>

<file path=ppt/slides/_rels/slide2.xml.rels><?xml version="1.0" encoding="UTF-8" standalone="yes"?>
<Relationships xmlns="http://schemas.openxmlformats.org/package/2006/relationships">
    <Relationship Id="rId3"
        Type="http://schemas.openxmlformats.org/officeDocument/2006/relationships/notesSlide"
        Target="../notesSlides/notesSlide2.xml" />
    <Relationship Id="rId2"
        Type="http://schemas.openxmlformats.org/officeDocument/2006/relationships/slideLayout"
        Target="../slideLayouts/slideLayout2.xml" />
    <Relationship Id="rId1"
        Type="http://schemas.openxmlformats.org/officeDocument/2006/relationships/tags"
        Target="../tags/tag6.xml" />
    <Relationship Id="rId4"
        Type="http://schemas.openxmlformats.org/officeDocument/2006/relationships/chart"
        Target="../charts/chart2.xml" />
</Relationships>
</file>

<file path=ppt/slides/_rels/slide3.xml.rels><?xml version="1.0" encoding="UTF-8" standalone="yes"?>
<Relationships xmlns="http://schemas.openxmlformats.org/package/2006/relationships">
    <Relationship Id="rId3"
        Type="http://schemas.openxmlformats.org/officeDocument/2006/relationships/notesSlide"
        Target="../notesSlides/notesSlide3.xml" />
    <Relationship Id="rId2"
        Type="http://schemas.openxmlformats.org/officeDocument/2006/relationships/slideLayout"
        Target="../slideLayouts/slideLayout2.xml" />
    <Relationship Id="rId1"
        Type="http://schemas.openxmlformats.org/officeDocument/2006/relationships/tags"
        Target="../tags/tag8.xml" />
</Relationships>
</file>

<file path=ppt/slides/_rels/slide4.xml.rels><?xml version="1.0" encoding="UTF-8" standalone="yes"?>
<Relationships xmlns="http://schemas.openxmlformats.org/package/2006/relationships">
    <Relationship Id="rId3"
        Type="http://schemas.openxmlformats.org/officeDocument/2006/relationships/notesSlide"
        Target="../notesSlides/notesSlide4.xml" />
    <Relationship Id="rId2"
        Type="http://schemas.openxmlformats.org/officeDocument/2006/relationships/slideLayout"
        Target="../slideLayouts/slideLayout2.xml" />
    <Relationship Id="rId1"
        Type="http://schemas.openxmlformats.org/officeDocument/2006/relationships/tags"
        Target="../tags/tag10.xml" />
    <Relationship Id="rId4"
        Type="http://schemas.openxmlformats.org/officeDocument/2006/relationships/chart"
        Target="../charts/chart3.xml" />
</Relationships>
</file>

<file path=ppt/slides/_rels/slide5.xml.rels><?xml version="1.0" encoding="UTF-8" standalone="yes"?>
<Relationships xmlns="http://schemas.openxmlformats.org/package/2006/relationships">
    <Relationship Id="rId3"
        Type="http://schemas.openxmlformats.org/officeDocument/2006/relationships/notesSlide"
        Target="../notesSlides/notesSlide5.xml" />
    <Relationship Id="rId2"
        Type="http://schemas.openxmlformats.org/officeDocument/2006/relationships/slideLayout"
        Target="../slideLayouts/slideLayout2.xml" />
    <Relationship Id="rId1"
        Type="http://schemas.openxmlformats.org/officeDocument/2006/relationships/tags"
        Target="../tags/tag12.xml" />
</Relationships>
</file>

<file path=ppt/slides/_rels/slide6.xml.rels><?xml version="1.0" encoding="UTF-8" standalone="yes"?>
<Relationships xmlns="http://schemas.openxmlformats.org/package/2006/relationships">
    <Relationship Id="rId3"
        Type="http://schemas.openxmlformats.org/officeDocument/2006/relationships/notesSlide"
        Target="../notesSlides/notesSlide6.xml" />
    <Relationship Id="rId2"
        Type="http://schemas.openxmlformats.org/officeDocument/2006/relationships/slideLayout"
        Target="../slideLayouts/slideLayout2.xml" />
    <Relationship Id="rId1"
        Type="http://schemas.openxmlformats.org/officeDocument/2006/relationships/tags"
        Target="../tags/tag14.xml" />
    <Relationship Id="rId5"
        Type="http://schemas.openxmlformats.org/officeDocument/2006/relationships/image"
        Target="../media/image2.png" />
    <Relationship Id="rId4"
        Type="http://schemas.openxmlformats.org/officeDocument/2006/relationships/image"
        Target="../media/image1.png" 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176044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B2420-B09B-4DFD-B28E-37DDE47DFA71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{{title2}}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82AB87-F5C6-4A29-A383-B9C3449C5CAE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9333"/>
          </a:xfrm>
        </p:spPr>
        <p:txBody>
          <a:bodyPr>
            <a:normAutofit fontScale="90000"/>
          </a:bodyPr>
          <a:lstStyle/>
          <a:p>
            <a:r>
              <a:rPr lang="en-US" sz="2800"/>
              <a:t>Hello {{title}}</a:t>
            </a:r>
            <a:endParaRPr lang="en-IN" sz="280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2244565"/>
              </p:ext>
            </p:extLst>
          </p:nvPr>
        </p:nvGraphicFramePr>
        <p:xfrm>
          <a:off x="838200" y="732950"/>
          <a:ext cx="10515600" cy="1012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482243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STATUS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6419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5897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838200" y="-4207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4673608"/>
              </p:ext>
            </p:extLst>
          </p:nvPr>
        </p:nvGraphicFramePr>
        <p:xfrm>
          <a:off x="838200" y="574548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45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qqqwet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4" name="Shape01">
            <a:extLst>
              <a:ext uri="{FF2B5EF4-FFF2-40B4-BE49-F238E27FC236}">
                <a16:creationId xmlns:a16="http://schemas.microsoft.com/office/drawing/2014/main" id="{3693A6A3-E2A6-FE4E-5729-75F6CA7C3D56}"/>
              </a:ext>
            </a:extLst>
          </p:cNvPr>
          <p:cNvSpPr/>
          <p:nvPr/>
        </p:nvSpPr>
        <p:spPr>
          <a:xfrm>
            <a:off x="3043418" y="182301"/>
            <a:ext cx="287274" cy="3048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8" name="Shape02">
            <a:extLst>
              <a:ext uri="{FF2B5EF4-FFF2-40B4-BE49-F238E27FC236}">
                <a16:creationId xmlns:a16="http://schemas.microsoft.com/office/drawing/2014/main" id="{EAB81D09-6F97-AF14-0D2D-73C35EC0AB38}"/>
              </a:ext>
            </a:extLst>
          </p:cNvPr>
          <p:cNvSpPr/>
          <p:nvPr/>
        </p:nvSpPr>
        <p:spPr>
          <a:xfrm>
            <a:off x="3727410" y="181457"/>
            <a:ext cx="287274" cy="304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0" name="Shape03">
            <a:extLst>
              <a:ext uri="{FF2B5EF4-FFF2-40B4-BE49-F238E27FC236}">
                <a16:creationId xmlns:a16="http://schemas.microsoft.com/office/drawing/2014/main" id="{94BE44B0-3A2D-FC89-DB70-1072E5444FE9}"/>
              </a:ext>
            </a:extLst>
          </p:cNvPr>
          <p:cNvSpPr/>
          <p:nvPr/>
        </p:nvSpPr>
        <p:spPr>
          <a:xfrm>
            <a:off x="4313663" y="178564"/>
            <a:ext cx="287274" cy="304800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6" name="Shape04">
            <a:extLst>
              <a:ext uri="{FF2B5EF4-FFF2-40B4-BE49-F238E27FC236}">
                <a16:creationId xmlns:a16="http://schemas.microsoft.com/office/drawing/2014/main" id="{92B0CC66-1A22-3704-4B85-F2E218CC1DB7}"/>
              </a:ext>
            </a:extLst>
          </p:cNvPr>
          <p:cNvSpPr/>
          <p:nvPr/>
        </p:nvSpPr>
        <p:spPr>
          <a:xfrm>
            <a:off x="4873105" y="178563"/>
            <a:ext cx="287274" cy="3048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9" name="Shape05">
            <a:extLst>
              <a:ext uri="{FF2B5EF4-FFF2-40B4-BE49-F238E27FC236}">
                <a16:creationId xmlns:a16="http://schemas.microsoft.com/office/drawing/2014/main" id="{DEEA9499-0AAE-C967-31EB-0E066BD48ABC}"/>
              </a:ext>
            </a:extLst>
          </p:cNvPr>
          <p:cNvSpPr/>
          <p:nvPr/>
        </p:nvSpPr>
        <p:spPr>
          <a:xfrm>
            <a:off x="5403612" y="178564"/>
            <a:ext cx="287274" cy="3048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1" name="Shape06">
            <a:extLst>
              <a:ext uri="{FF2B5EF4-FFF2-40B4-BE49-F238E27FC236}">
                <a16:creationId xmlns:a16="http://schemas.microsoft.com/office/drawing/2014/main" id="{BB6AB5BE-5F58-2384-C0AA-46EADE997667}"/>
              </a:ext>
            </a:extLst>
          </p:cNvPr>
          <p:cNvSpPr/>
          <p:nvPr/>
        </p:nvSpPr>
        <p:spPr>
          <a:xfrm>
            <a:off x="5953409" y="178563"/>
            <a:ext cx="287274" cy="304800"/>
          </a:xfrm>
          <a:prstGeom prst="ellipse">
            <a:avLst/>
          </a:prstGeom>
          <a:solidFill>
            <a:srgbClr val="00206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F8B634C-829C-4055-8907-6A01C93C3E7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459A-1B0A-6E6F-F276-54D5C518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Label Chart">
            <a:extLst>
              <a:ext uri="{FF2B5EF4-FFF2-40B4-BE49-F238E27FC236}">
                <a16:creationId xmlns:a16="http://schemas.microsoft.com/office/drawing/2014/main" id="{5C45F2CF-DBD3-6DBD-9D94-4A4685698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066042"/>
              </p:ext>
            </p:extLst>
          </p:nvPr>
        </p:nvGraphicFramePr>
        <p:xfrm>
          <a:off x="767862" y="323118"/>
          <a:ext cx="10515600" cy="5829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Series 1">
            <a:extLst>
              <a:ext uri="{FF2B5EF4-FFF2-40B4-BE49-F238E27FC236}">
                <a16:creationId xmlns:a16="http://schemas.microsoft.com/office/drawing/2014/main" id="{528C6C22-A610-78C4-A2AD-7D0567240895}"/>
              </a:ext>
            </a:extLst>
          </p:cNvPr>
          <p:cNvSpPr txBox="1"/>
          <p:nvPr/>
        </p:nvSpPr>
        <p:spPr>
          <a:xfrm>
            <a:off x="451521" y="323118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Adobe Garamond Pro Bold" panose="02020702060506020403" pitchFamily="18" charset="0"/>
              </a:rPr>
              <a:t>Series 1</a:t>
            </a:r>
          </a:p>
        </p:txBody>
      </p:sp>
      <p:sp>
        <p:nvSpPr>
          <p:cNvPr id="3" name="Series 2">
            <a:extLst>
              <a:ext uri="{FF2B5EF4-FFF2-40B4-BE49-F238E27FC236}">
                <a16:creationId xmlns:a16="http://schemas.microsoft.com/office/drawing/2014/main" id="{69A49453-F4CD-A2C1-CCB9-8F43FA8E4533}"/>
              </a:ext>
            </a:extLst>
          </p:cNvPr>
          <p:cNvSpPr txBox="1"/>
          <p:nvPr/>
        </p:nvSpPr>
        <p:spPr>
          <a:xfrm>
            <a:off x="2233246" y="215396"/>
            <a:ext cx="14798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Series 2</a:t>
            </a:r>
          </a:p>
        </p:txBody>
      </p:sp>
      <p:sp>
        <p:nvSpPr>
          <p:cNvPr id="4" name="Series 3">
            <a:extLst>
              <a:ext uri="{FF2B5EF4-FFF2-40B4-BE49-F238E27FC236}">
                <a16:creationId xmlns:a16="http://schemas.microsoft.com/office/drawing/2014/main" id="{2A05536A-4FFD-8E7E-9399-0D60836393AF}"/>
              </a:ext>
            </a:extLst>
          </p:cNvPr>
          <p:cNvSpPr txBox="1"/>
          <p:nvPr/>
        </p:nvSpPr>
        <p:spPr>
          <a:xfrm>
            <a:off x="4029479" y="323117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Series 3</a:t>
            </a:r>
          </a:p>
        </p:txBody>
      </p:sp>
      <p:sp>
        <p:nvSpPr>
          <p:cNvPr id="5" name="Series 4">
            <a:extLst>
              <a:ext uri="{FF2B5EF4-FFF2-40B4-BE49-F238E27FC236}">
                <a16:creationId xmlns:a16="http://schemas.microsoft.com/office/drawing/2014/main" id="{7DC1B613-8D39-9EBB-3EDF-AB17022F34BA}"/>
              </a:ext>
            </a:extLst>
          </p:cNvPr>
          <p:cNvSpPr txBox="1"/>
          <p:nvPr/>
        </p:nvSpPr>
        <p:spPr>
          <a:xfrm>
            <a:off x="5547945" y="430839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/>
              <a:t>Series</a:t>
            </a:r>
            <a:r>
              <a:rPr lang="en-US"/>
              <a:t> 4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10F6015-4DD0-471D-A60C-AB6C888A6AD0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81263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8BBC3-FCFB-D908-8621-21B4D06A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st">
            <a:extLst>
              <a:ext uri="{FF2B5EF4-FFF2-40B4-BE49-F238E27FC236}">
                <a16:creationId xmlns:a16="http://schemas.microsoft.com/office/drawing/2014/main" id="{60020E62-F94D-048C-41EB-CD6F49659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1</a:t>
            </a:r>
            <a:r>
              <a:rPr lang="en-US" baseline="3000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st</a:t>
            </a:r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 item</a:t>
            </a:r>
          </a:p>
          <a:p>
            <a:r>
              <a:rPr lang="en-US">
                <a:latin typeface="Adobe Garamond Pro Bold" panose="02020702060506020403" pitchFamily="18" charset="0"/>
              </a:rPr>
              <a:t>2</a:t>
            </a:r>
            <a:r>
              <a:rPr lang="en-US" baseline="30000">
                <a:latin typeface="Adobe Garamond Pro Bold" panose="02020702060506020403" pitchFamily="18" charset="0"/>
              </a:rPr>
              <a:t>nd</a:t>
            </a:r>
            <a:r>
              <a:rPr lang="en-US">
                <a:latin typeface="Adobe Garamond Pro Bold" panose="02020702060506020403" pitchFamily="18" charset="0"/>
              </a:rPr>
              <a:t> item</a:t>
            </a:r>
          </a:p>
          <a:p>
            <a:r>
              <a:rPr lang="en-US" sz="1600"/>
              <a:t>3</a:t>
            </a:r>
            <a:r>
              <a:rPr lang="en-US" sz="1600" baseline="30000"/>
              <a:t>rd</a:t>
            </a:r>
            <a:r>
              <a:rPr lang="en-US" sz="1600"/>
              <a:t> item</a:t>
            </a:r>
            <a:endParaRPr lang="en-IN" sz="16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A712B-7D94-412A-AD53-6AE8FF5AB34D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4113158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">
            <a:extLst>
              <a:ext uri="{FF2B5EF4-FFF2-40B4-BE49-F238E27FC236}">
                <a16:creationId xmlns:a16="http://schemas.microsoft.com/office/drawing/2014/main" id="{FE7BC075-9F6E-28B2-59E8-8F26920BE7E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00558840"/>
              </p:ext>
            </p:extLst>
          </p:nvPr>
        </p:nvGraphicFramePr>
        <p:xfrm>
          <a:off x="838199" y="573206"/>
          <a:ext cx="10789696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712">
                  <a:extLst>
                    <a:ext uri="{9D8B030D-6E8A-4147-A177-3AD203B41FA5}">
                      <a16:colId xmlns:a16="http://schemas.microsoft.com/office/drawing/2014/main" val="2779847418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16327933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2032430761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759091533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8541610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2580032536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6250723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1242086109"/>
                    </a:ext>
                  </a:extLst>
                </a:gridCol>
              </a:tblGrid>
              <a:tr h="286828">
                <a:tc gridSpan="2">
                  <a:txBody>
                    <a:bodyPr/>
                    <a:lstStyle/>
                    <a:p>
                      <a:r>
                        <a:rPr lang="en-US" dirty="0"/>
                        <a:t>Team</a:t>
                      </a:r>
                      <a:endParaRPr lang="en-IN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</a:t>
                      </a:r>
                      <a:endParaRPr lang="en-IN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Point</a:t>
                      </a:r>
                      <a:endParaRPr lang="en-IN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9083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S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x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A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z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lgerian" panose="04020705040A02060702" pitchFamily="82" charset="0"/>
                        </a:rPr>
                        <a:t>d</a:t>
                      </a:r>
                      <a:endParaRPr lang="en-IN" sz="1800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a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V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V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732806"/>
                  </a:ext>
                </a:extLst>
              </a:tr>
            </a:tbl>
          </a:graphicData>
        </a:graphic>
      </p:graphicFrame>
      <p:sp>
        <p:nvSpPr>
          <p:cNvPr id="2" name="Team A Logo">
            <a:extLst>
              <a:ext uri="{FF2B5EF4-FFF2-40B4-BE49-F238E27FC236}">
                <a16:creationId xmlns:a16="http://schemas.microsoft.com/office/drawing/2014/main" id="{40CE57F1-956F-4695-F427-6DECEE6DFC90}"/>
              </a:ext>
            </a:extLst>
          </p:cNvPr>
          <p:cNvSpPr/>
          <p:nvPr/>
        </p:nvSpPr>
        <p:spPr>
          <a:xfrm>
            <a:off x="-358439" y="2082600"/>
            <a:ext cx="716878" cy="814509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am B Logo">
            <a:extLst>
              <a:ext uri="{FF2B5EF4-FFF2-40B4-BE49-F238E27FC236}">
                <a16:creationId xmlns:a16="http://schemas.microsoft.com/office/drawing/2014/main" id="{42DD75CE-B87B-A2AB-E9D6-A94D891FA961}"/>
              </a:ext>
            </a:extLst>
          </p:cNvPr>
          <p:cNvSpPr/>
          <p:nvPr/>
        </p:nvSpPr>
        <p:spPr>
          <a:xfrm>
            <a:off x="-420986" y="3241443"/>
            <a:ext cx="841972" cy="814509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3F588-E744-219B-242D-94136B11BABD}"/>
              </a:ext>
            </a:extLst>
          </p:cNvPr>
          <p:cNvGrpSpPr/>
          <p:nvPr/>
        </p:nvGrpSpPr>
        <p:grpSpPr>
          <a:xfrm>
            <a:off x="10092818" y="159766"/>
            <a:ext cx="977638" cy="261610"/>
            <a:chOff x="3759200" y="5085720"/>
            <a:chExt cx="977638" cy="26161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C3860F-6365-EF4D-D168-C842F01149A9}"/>
                </a:ext>
              </a:extLst>
            </p:cNvPr>
            <p:cNvSpPr/>
            <p:nvPr/>
          </p:nvSpPr>
          <p:spPr>
            <a:xfrm>
              <a:off x="3759200" y="5143500"/>
              <a:ext cx="336550" cy="1460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CA</a:t>
              </a:r>
              <a:endParaRPr lang="en-IN" sz="8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149580-D805-5ABB-11D1-98485224CF6C}"/>
                </a:ext>
              </a:extLst>
            </p:cNvPr>
            <p:cNvSpPr txBox="1"/>
            <p:nvPr/>
          </p:nvSpPr>
          <p:spPr>
            <a:xfrm>
              <a:off x="4140200" y="5085720"/>
              <a:ext cx="59663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Testing</a:t>
              </a:r>
              <a:endParaRPr lang="en-IN" sz="1100" dirty="0"/>
            </a:p>
          </p:txBody>
        </p:sp>
      </p:grp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16E377-ED81-42F2-9E55-156972D6B437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IN"/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421712553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Public"/>
  <p:tag name="BJHEADERFOOTERTEXTMARKING" val="Public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sisl xmlns:xsd="http://www.w3.org/2001/XMLSchema" xmlns:xsi="http://www.w3.org/2001/XMLSchema-instance" xmlns="http://www.boldonjames.com/2008/01/sie/internal/label" sislVersion="0" policy="4f3ffa34-8ea5-4d04-9688-c0eeb614b05f" origin="userSelected">
  <element uid="id_classification_nonbusiness" value=""/>
</sisl>
</file>

<file path=customXml/item2.xml><?xml version="1.0" encoding="utf-8"?>
<WrappedLabelInfo xmlns:xsd="http://www.w3.org/2001/XMLSchema" xmlns:xsi="http://www.w3.org/2001/XMLSchema-instance" xmlns="http://www.boldonjames.com/2016/02/Classifier/internal/wrappedLabelInfo">
  <Value>
        PD94bWwgdmVyc2lvbj0iMS4wIiBlbmNvZGluZz0idXMtYXNjaWkiPz48TGFiZWxJbmZvWG1sUGFydCB4bWxuczp4c2Q9Imh0dHA6Ly93d3cudzMub3JnLzIwMDEvWE1MU2NoZW1hIiB4bWxuczp4c2k9Imh0dHA6Ly93d3cudzMub3JnLzIwMDEvWE1MU2NoZW1hLWluc3RhbmNlIiB4bWxucz0iaHR0cDovL3d3dy5ib2xkb25qYW1lcy5jb20vMjAxNi8wMi9DbGFzc2lmaWVyL2ludGVybmFsL2xhYmVsSW5mbyI+PGVsaD5zS0dRS1drK1lkdW5pR1dnWEZKaXhOaHZncEpxN1VHWTwvZWxoPjxjb25maWc+UElGX1BST0Q8L2NvbmZpZz48cG9sPlBJRl9QUk9EPC9wb2w+PHN1bW1hcnk+UHVibGljPC9zdW1tYXJ5PjxhcHA+UG93ZXJQb2ludDwvYXBwPjxTaWduYXR1cmVWYWxpZD5mYWxzZTwvU2lnbmF0dXJlVmFsaWQ+PC9MYWJlbEluZm9YbWxQYXJ0Pg==</Value>
  <Signature xmlns="http://www.w3.org/2000/09/xmldsig#">
    <SignedInfo>
      <CanonicalizationMethod Algorithm="http://www.w3.org/TR/2001/REC-xml-c14n-20010315"/>
      <SignatureMethod Algorithm="http://www.w3.org/2001/04/xmldsig-more#rsa-sha256"/>
      <Reference URI="">
        <Transforms>
          <Transform Algorithm="http://www.w3.org/2000/09/xmldsig#enveloped-signature"/>
        </Transforms>
        <DigestMethod Algorithm="http://www.w3.org/2001/04/xmlenc#sha256"/>
        <DigestValue>gWe9USdyMUbYIcgeQlJ5nHknXTM3gl2T/iDgjjIb7Iw=</DigestValue>
      </Reference>
      <Reference URI="#INFO">
        <DigestMethod Algorithm="http://www.w3.org/2001/04/xmlenc#sha256"/>
        <DigestValue>gCfmLG6iiX9DZFqkfLWEYEzumQoSuK2mBrtoDGKUvF4=</DigestValue>
      </Reference>
    </SignedInfo>
    <SignatureValue>
            DF0hX3kwnkWSM7Vx+aHbnKHbKqjPO7WGFWT94IzDjcBAJYel0XuupZ4CVHfqOqpmZ6AzCW9+nstj4u0icXuShg==</SignatureValue>
    <Object Id="INFO">
      <ArrayOfString xmlns:xsd="http://www.w3.org/2001/XMLSchema" xmlns:xsi="http://www.w3.org/2001/XMLSchema-instance" xmlns="">
        <string>sKGQKWk+YduniGWgXFJixNhvgpJq7UGY</string>
      </ArrayOfString>
    </Object>
  </Signature>
</WrappedLabelInfo>
</file>

<file path=customXml/itemProps1.xml><?xml version="1.0" encoding="utf-8"?>
<ds:datastoreItem xmlns:ds="http://schemas.openxmlformats.org/officeDocument/2006/customXml" ds:itemID="{1F932E4C-D55E-4037-A535-9777C851BCE7}">
  <ds:schemaRefs>
    <ds:schemaRef ds:uri="http://www.w3.org/2001/XMLSchema"/>
    <ds:schemaRef ds:uri="http://www.boldonjames.com/2008/01/sie/internal/label"/>
  </ds:schemaRefs>
</ds:datastoreItem>
</file>

<file path=customXml/itemProps2.xml><?xml version="1.0" encoding="utf-8"?>
<ds:datastoreItem xmlns:ds="http://schemas.openxmlformats.org/officeDocument/2006/customXml" ds:itemID="{DA1CAF05-4605-4D79-B2CD-2732286DB1E6}">
  <ds:schemaRefs>
    <ds:schemaRef ds:uri="http://www.w3.org/2001/XMLSchema"/>
    <ds:schemaRef ds:uri="http://www.boldonjames.com/2016/02/Classifier/internal/wrappedLabelInfo"/>
    <ds:schemaRef ds:uri="http://www.w3.org/2000/09/xmldsig#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88</Words>
  <Application>Microsoft Office PowerPoint</Application>
  <PresentationFormat>Widescreen</PresentationFormat>
  <Paragraphs>71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Adobe Fan Heiti Std B</vt:lpstr>
      <vt:lpstr>Adobe Garamond Pro Bold</vt:lpstr>
      <vt:lpstr>Agency FB</vt:lpstr>
      <vt:lpstr>Algerian</vt:lpstr>
      <vt:lpstr>Arial</vt:lpstr>
      <vt:lpstr>Calibri</vt:lpstr>
      <vt:lpstr>Calibri Light</vt:lpstr>
      <vt:lpstr>Tahoma</vt:lpstr>
      <vt:lpstr>Office Theme</vt:lpstr>
      <vt:lpstr>Hello {{title}}</vt:lpstr>
      <vt:lpstr>Hello {{title2}}</vt:lpstr>
      <vt:lpstr>Hello {{title}}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Hello {{title}}</dc:title>
  <dc:creator>Suyog Jadhav</dc:creator>
  <cp:keywords>PIF_Public</cp:keywords>
  <cp:lastModifiedBy>Suyog Jadhav</cp:lastModifiedBy>
  <cp:revision>51</cp:revision>
  <dcterms:created xsi:type="dcterms:W3CDTF">2026-05-13T11:34:25Z</dcterms:created>
  <dcterms:modified xsi:type="dcterms:W3CDTF">2026-06-26T12:50:10Z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5eeeb970-93dd-443a-af80-cdc3d3b6532b</vt:lpwstr>
  </property>
  <property fmtid="{D5CDD505-2E9C-101B-9397-08002B2CF9AE}" pid="3" name="bjClsUserRVM">
    <vt:lpwstr>[]</vt:lpwstr>
  </property>
  <property fmtid="{D5CDD505-2E9C-101B-9397-08002B2CF9AE}" pid="4" name="bjSaver">
    <vt:lpwstr>Gfk1VOGM45q9nAUTLfrFMdHururwAn3y</vt:lpwstr>
  </property>
  <property fmtid="{D5CDD505-2E9C-101B-9397-08002B2CF9AE}" pid="5" name="bjDocumentLabelXML">
    <vt:lpwstr>&lt;?xml version="1.0" encoding="us-ascii"?&gt;&lt;sisl
            xmlns:xsd="http://www.w3.org/2001/XMLSchema"
            xmlns:xsi="http://www.w3.org/2001/XMLSchema-instance" sislVersion="0"
            policy="4f3ffa34-8ea5-4d04-9688-c0eeb614b05f" origin="userSelected"
            xmlns="http://www.boldonj</vt:lpwstr>
  </property>
  <property fmtid="{D5CDD505-2E9C-101B-9397-08002B2CF9AE}" pid="6" name="bjDocumentLabelXML-0">
    <vt:lpwstr>ames.com/2008/01/sie/internal/label"&gt;&lt;element
            uid="id_classification_nonbusiness" value="" /&gt;&lt;/sisl&gt;</vt:lpwstr>
  </property>
  <property fmtid="{D5CDD505-2E9C-101B-9397-08002B2CF9AE}" pid="7" name="bjDocumentSecurityLabel">
    <vt:lpwstr>Public</vt:lpwstr>
  </property>
  <property fmtid="{D5CDD505-2E9C-101B-9397-08002B2CF9AE}" pid="8" name="bjSlideMasterFooterText">
    <vt:lpwstr>Public</vt:lpwstr>
  </property>
  <property fmtid="{D5CDD505-2E9C-101B-9397-08002B2CF9AE}" pid="9" name="bjpmDocIH">
    <vt:lpwstr>59YhT6upp0Lv+BBWcGMC8RsvmZjl3log</vt:lpwstr>
  </property>
</Properties>
</file>
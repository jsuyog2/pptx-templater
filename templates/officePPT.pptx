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heme/theme2.xml" ContentType="application/vnd.openxmlformats-officedocument.theme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notesSlides/notesSlide2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notesSlides/notesSlide3.xml" ContentType="application/vnd.openxmlformats-officedocument.presentationml.notesSlide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notesSlides/notesSlide4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notesSlides/notesSlide5.xml" ContentType="application/vnd.openxmlformats-officedocument.presentationml.notesSlide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notesSlides/notesSlide6.xml" ContentType="application/vnd.openxmlformats-officedocument.presentationml.notesSlide+xml"/>
  <Override PartName="/ppt/tags/tag15.xml" ContentType="application/vnd.openxmlformats-officedocument.presentationml.tags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3"/>
  </p:sldMasterIdLst>
  <p:notesMasterIdLst>
    <p:notesMasterId r:id="rId10"/>
  </p:notesMasterIdLst>
  <p:sldIdLst>
    <p:sldId id="256" r:id="rId4"/>
    <p:sldId id="257" r:id="rId5"/>
    <p:sldId id="258" r:id="rId6"/>
    <p:sldId id="259" r:id="rId7"/>
    <p:sldId id="260" r:id="rId8"/>
    <p:sldId id="261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F6401D18-F4B1-43C3-8A54-8728F11BC0DA}">
          <p14:sldIdLst>
            <p14:sldId id="256"/>
            <p14:sldId id="257"/>
          </p14:sldIdLst>
        </p14:section>
        <p14:section name="Untitled Section" id="{A3775758-1637-48C8-9754-A5DF8ED68B74}">
          <p14:sldIdLst>
            <p14:sldId id="258"/>
            <p14:sldId id="259"/>
            <p14:sldId id="260"/>
            <p14:sldId id="26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000"/>
    <a:srgbClr val="A5A5A5"/>
    <a:srgbClr val="ED7D31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C3C471-C754-871F-AF6C-A200F7425B03}" v="122" dt="2026-06-18T11:32:04.302"/>
    <p1510:client id="{2796ABAA-F5FB-42ED-8CAB-0587183265E4}" v="9" dt="2026-06-18T08:43:12.9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6" d="100"/>
          <a:sy n="106" d="100"/>
        </p:scale>
        <p:origin x="120" y="1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theme" Target="theme/theme1.xml"/><Relationship Id="rId3" Type="http://schemas.openxmlformats.org/officeDocument/2006/relationships/slideMaster" Target="slideMasters/slideMaster1.xml"/><Relationship Id="rId7" Type="http://schemas.openxmlformats.org/officeDocument/2006/relationships/slide" Target="slides/slide4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3.xml"/><Relationship Id="rId11" Type="http://schemas.openxmlformats.org/officeDocument/2006/relationships/presProps" Target="presProps.xml"/><Relationship Id="rId5" Type="http://schemas.openxmlformats.org/officeDocument/2006/relationships/slide" Target="slides/slide2.xml"/><Relationship Id="rId15" Type="http://schemas.microsoft.com/office/2015/10/relationships/revisionInfo" Target="revisionInfo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 algn="r">
              <a:defRPr sz="32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Algerian" panose="04020705040A02060702" pitchFamily="82" charset="0"/>
                <a:ea typeface="+mn-ea"/>
                <a:cs typeface="+mn-cs"/>
              </a:defRPr>
            </a:pPr>
            <a:r>
              <a:rPr lang="en-IN" sz="3200" b="0">
                <a:latin typeface="Algerian" panose="04020705040A02060702" pitchFamily="82" charset="0"/>
              </a:rPr>
              <a:t>Chart</a:t>
            </a:r>
          </a:p>
          <a:p>
            <a:pPr algn="r">
              <a:defRPr sz="3200">
                <a:latin typeface="Algerian" panose="04020705040A02060702" pitchFamily="82" charset="0"/>
              </a:defRPr>
            </a:pPr>
            <a:r>
              <a:rPr lang="en-IN" sz="1800" b="1">
                <a:latin typeface="Agency FB" panose="020B0503020202020204" pitchFamily="34" charset="0"/>
              </a:rPr>
              <a:t>Title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algn="r">
            <a:defRPr sz="32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Algerian" panose="04020705040A02060702" pitchFamily="82" charset="0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24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dobe Garamond Pro Bold" panose="02020702060506020403" pitchFamily="18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DD2-427F-B7BB-D3385589108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DD2-427F-B7BB-D3385589108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6DD2-427F-B7BB-D3385589108D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30183999"/>
        <c:axId val="430192159"/>
      </c:barChart>
      <c:catAx>
        <c:axId val="43018399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30192159"/>
        <c:crosses val="autoZero"/>
        <c:auto val="1"/>
        <c:lblAlgn val="ctr"/>
        <c:lblOffset val="100"/>
        <c:noMultiLvlLbl val="0"/>
      </c:catAx>
      <c:valAx>
        <c:axId val="43019215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30183999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DD2-427F-B7BB-D3385589108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DD2-427F-B7BB-D3385589108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6DD2-427F-B7BB-D3385589108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430183999"/>
        <c:axId val="430192159"/>
      </c:barChart>
      <c:catAx>
        <c:axId val="43018399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30192159"/>
        <c:crosses val="autoZero"/>
        <c:auto val="1"/>
        <c:lblAlgn val="ctr"/>
        <c:lblOffset val="100"/>
        <c:noMultiLvlLbl val="0"/>
      </c:catAx>
      <c:valAx>
        <c:axId val="43019215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30183999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1.2077294685990338E-2"/>
          <c:y val="4.793028322440087E-2"/>
          <c:w val="0.97342995169082125"/>
          <c:h val="0.95206971677559915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.19082125603864733"/>
                  <c:y val="-0.12636165577342057"/>
                </c:manualLayout>
              </c:layout>
              <c:spPr>
                <a:solidFill>
                  <a:srgbClr val="4472C4"/>
                </a:solidFill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0">
                  <a:noAutofit/>
                </a:bodyPr>
                <a:lstStyle/>
                <a:p>
                  <a:pPr algn="ctr">
                    <a:defRPr lang="en-US" sz="1800" b="0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6.6177583780288332E-2"/>
                      <c:h val="8.4912939804093132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C41C-4F54-805C-4E5E94C272C8}"/>
                </c:ext>
              </c:extLst>
            </c:dLbl>
            <c:spPr>
              <a:solidFill>
                <a:srgbClr val="4472C4"/>
              </a:solidFill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ctr">
                  <a:defRPr lang="en-US" sz="8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Sheet1!$B$2</c:f>
              <c:numCache>
                <c:formatCode>General</c:formatCode>
                <c:ptCount val="1"/>
                <c:pt idx="0">
                  <c:v>4.3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D08-4425-99DE-4E5501F36EC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.19444444444444445"/>
                  <c:y val="-5.4466230936819175E-2"/>
                </c:manualLayout>
              </c:layout>
              <c:spPr>
                <a:solidFill>
                  <a:srgbClr val="ED7D31"/>
                </a:solidFill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0">
                  <a:noAutofit/>
                </a:bodyPr>
                <a:lstStyle/>
                <a:p>
                  <a:pPr algn="ctr">
                    <a:defRPr lang="en-US" sz="1800" b="0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7.7047148997679643E-2"/>
                      <c:h val="9.7984835228929715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2-4D89-4FC3-BEAD-7878BEFDFFA6}"/>
                </c:ext>
              </c:extLst>
            </c:dLbl>
            <c:spPr>
              <a:solidFill>
                <a:srgbClr val="ED7D31"/>
              </a:solidFill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ctr">
                  <a:defRPr lang="en-US" sz="8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Sheet1!$C$2</c:f>
              <c:numCache>
                <c:formatCode>General</c:formatCode>
                <c:ptCount val="1"/>
                <c:pt idx="0">
                  <c:v>2.5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D08-4425-99DE-4E5501F36EC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.27777777777777779"/>
                  <c:y val="-7.6252723311546866E-2"/>
                </c:manualLayout>
              </c:layout>
              <c:spPr>
                <a:solidFill>
                  <a:srgbClr val="A5A5A5"/>
                </a:solidFill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0">
                  <a:noAutofit/>
                </a:bodyPr>
                <a:lstStyle/>
                <a:p>
                  <a:pPr algn="ctr">
                    <a:defRPr lang="en-US" sz="1800" b="0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405197991555404"/>
                      <c:h val="0.1655229615905855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4D89-4FC3-BEAD-7878BEFDFFA6}"/>
                </c:ext>
              </c:extLst>
            </c:dLbl>
            <c:spPr>
              <a:solidFill>
                <a:srgbClr val="A5A5A5"/>
              </a:solidFill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ctr">
                  <a:defRPr lang="en-US" sz="8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Sheet1!$D$2</c:f>
              <c:numCache>
                <c:formatCode>General</c:formatCode>
                <c:ptCount val="1"/>
                <c:pt idx="0">
                  <c:v>3.5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D08-4425-99DE-4E5501F36EC7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Series 4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.18961357411845259"/>
                  <c:y val="-0.11764705882352941"/>
                </c:manualLayout>
              </c:layout>
              <c:spPr>
                <a:solidFill>
                  <a:srgbClr val="FFC000"/>
                </a:solidFill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800" b="0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6.4969854311689293E-2"/>
                      <c:h val="7.8376992091674813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0-C41C-4F54-805C-4E5E94C272C8}"/>
                </c:ext>
              </c:extLst>
            </c:dLbl>
            <c:spPr>
              <a:solidFill>
                <a:srgbClr val="FFC000"/>
              </a:solidFill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8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Sheet1!$E$2</c:f>
              <c:numCache>
                <c:formatCode>General</c:formatCode>
                <c:ptCount val="1"/>
                <c:pt idx="0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9D08-4425-99DE-4E5501F36EC7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849142544"/>
        <c:axId val="849167024"/>
      </c:barChart>
      <c:catAx>
        <c:axId val="849142544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849167024"/>
        <c:crosses val="autoZero"/>
        <c:auto val="1"/>
        <c:lblAlgn val="ctr"/>
        <c:lblOffset val="100"/>
        <c:noMultiLvlLbl val="0"/>
      </c:catAx>
      <c:valAx>
        <c:axId val="849167024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84914254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2" Type="http://schemas.openxmlformats.org/officeDocument/2006/relationships/tags" Target="../tags/tag3.xml"/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B1AF6D7-0F32-4F05-B21A-8AF0CB26F94C}" type="datetimeFigureOut">
              <a:rPr lang="en-IN" smtClean="0"/>
              <a:t>07-07-2026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  <p:custDataLst>
              <p:tags r:id="rId2"/>
            </p:custDataLst>
          </p:nvPr>
        </p:nvSpPr>
        <p:spPr>
          <a:xfrm>
            <a:off x="0" y="8685213"/>
            <a:ext cx="68580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600" b="0" i="0" u="none">
                <a:solidFill>
                  <a:srgbClr val="00B050"/>
                </a:solidFill>
                <a:latin typeface="Tahoma" panose="020B0604030504040204" pitchFamily="34" charset="0"/>
              </a:defRPr>
            </a:lvl1pPr>
          </a:lstStyle>
          <a:p>
            <a:r>
              <a:rPr lang="en-IN"/>
              <a:t>Public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849BE13-E5DD-4ADC-A243-D0627F8BD02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5510801"/>
      </p:ext>
    </p:extLst>
  </p:cSld>
  <p:clrMap bg1="lt1" tx1="dk1" bg2="lt2" tx2="dk2" accent1="accent1" accent2="accent2" accent3="accent3" accent4="accent4" accent5="accent5" accent6="accent6" hlink="hlink" folHlink="folHlink"/>
  <p:hf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slide" Target="../slides/slide1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5.xm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slide" Target="../slides/slide2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7.xm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slide" Target="../slides/slide3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9.xml"/></Relationships>
</file>

<file path=ppt/notesSlides/_rels/notesSlide4.xml.rels><?xml version="1.0" encoding="UTF-8" standalone="yes"?>
<Relationships xmlns="http://schemas.openxmlformats.org/package/2006/relationships"><Relationship Id="rId3" Type="http://schemas.openxmlformats.org/officeDocument/2006/relationships/slide" Target="../slides/slide4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11.xml"/></Relationships>
</file>

<file path=ppt/notesSlides/_rels/notesSlide5.xml.rels><?xml version="1.0" encoding="UTF-8" standalone="yes"?>
<Relationships xmlns="http://schemas.openxmlformats.org/package/2006/relationships"><Relationship Id="rId3" Type="http://schemas.openxmlformats.org/officeDocument/2006/relationships/slide" Target="../slides/slide5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13.xml"/></Relationships>
</file>

<file path=ppt/notesSlides/_rels/notesSlide6.xml.rels><?xml version="1.0" encoding="UTF-8" standalone="yes"?>
<Relationships xmlns="http://schemas.openxmlformats.org/package/2006/relationships"><Relationship Id="rId3" Type="http://schemas.openxmlformats.org/officeDocument/2006/relationships/slide" Target="../slides/slide6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en-IN"/>
              <a:t>Public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9BE13-E5DD-4ADC-A243-D0627F8BD02D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4721650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en-IN"/>
              <a:t>Public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9BE13-E5DD-4ADC-A243-D0627F8BD02D}" type="slidenum">
              <a:rPr lang="en-IN" smtClean="0"/>
              <a:t>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6582539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en-IN"/>
              <a:t>Public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9BE13-E5DD-4ADC-A243-D0627F8BD02D}" type="slidenum">
              <a:rPr lang="en-IN" smtClean="0"/>
              <a:t>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001548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en-IN"/>
              <a:t>Public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9BE13-E5DD-4ADC-A243-D0627F8BD02D}" type="slidenum">
              <a:rPr lang="en-IN" smtClean="0"/>
              <a:t>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4065188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en-IN"/>
              <a:t>Public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9BE13-E5DD-4ADC-A243-D0627F8BD02D}" type="slidenum">
              <a:rPr lang="en-IN" smtClean="0"/>
              <a:t>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8509051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en-IN"/>
              <a:t>Public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9BE13-E5DD-4ADC-A243-D0627F8BD02D}" type="slidenum">
              <a:rPr lang="en-IN" smtClean="0"/>
              <a:t>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453343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6C77DE-773D-4471-C88D-EF1E4B909E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DED7338-A790-2430-0C24-666811422C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0478BB-65F0-D0B1-9951-7BF77A60B5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07-07-2026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E284A6-D403-ACC2-79AA-306200ED49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CA3FE0-4CA7-820B-7769-853254D39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864496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08BD39-642B-4913-7468-CCD04DEB75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A695C7-D2BB-048E-16E2-C9A66AC978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926AF2-425D-32C2-45D2-900F947E91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07-07-2026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979CA9-C61D-8CB8-22C0-94464D01D1C1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1"/>
            </p:custDataLst>
          </p:nvPr>
        </p:nvSpPr>
        <p:spPr/>
        <p:txBody>
          <a:bodyPr/>
          <a:lstStyle>
            <a:lvl1pPr>
              <a:defRPr b="0" i="0" u="none">
                <a:solidFill>
                  <a:srgbClr val="00B050"/>
                </a:solidFill>
              </a:defRPr>
            </a:lvl1pPr>
          </a:lstStyle>
          <a:p>
            <a:r>
              <a:rPr lang="en-IN"/>
              <a:t>Public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5BB702-80D9-C520-C8CA-D5BF0E9E55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044542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461B21-97C4-06EF-B623-71F0B935CA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C38CF6-094F-5D74-563C-C1901E22E2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7F4FC6-B43D-1D9B-4DD1-FF48152BD9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07-07-2026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A61F64-ECC8-CAED-C546-6A2E55439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CBD93F-FC5C-4D86-59FD-A33D5DBEF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164606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6E182-9E40-A87E-3C2F-9E46DFF0D8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67D67D-01FA-ACDD-7DB4-162F65AA6C2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29EFAA-D467-82D7-8C24-8F77F2AA56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A7D675-0496-C4F0-7A62-D459E7C611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07-07-2026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72592C-B787-9814-A6F6-77780D6DD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56B80C-BB8D-BF04-F373-D7FA295286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806501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106CBD-00C9-33EA-BCAC-1D2F1EF54B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7B9B28-AC03-C7E4-BD96-5BE530D45E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B12BD9-FCDD-262E-2310-B8FFC251D1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FD36F26-742D-237F-1688-93B64B514CB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C21DDD7-C083-D068-79B8-86E10756799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E58C533-DEE7-BAE2-47FD-FAD2BDCD07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07-07-2026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92DD733-9CFF-42E7-8771-57E79E6275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3AD83C3-DF10-B502-22EC-2D655FDBB9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411293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19EE4B-BBD7-C6ED-2B32-C86B14E67E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881B517-3210-0ED8-2636-EA83BB75B0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07-07-2026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F17BBC9-C3E9-23CA-D63F-BA3DD484B8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AE2D1D-1858-CA3B-3367-A54B133832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24836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6CB0624-8E72-AE57-ABFE-1DFCC51E43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07-07-2026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0AE85EF-CCA9-A365-487F-E26A9B2680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BBA713-EB2D-011D-E38B-E9F66DC48E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551948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C2D848-0DCE-FEC4-B089-F2D6D3DD6D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9D569E-BAE6-8BCE-FCD5-3A9C411C2C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A2149E-DABC-D1AA-1314-A1275C0127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DA543A3-6B17-D6A3-4C06-CD55B59F7A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07-07-2026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20DB8AA-44FE-4DEE-C62E-521BD665C0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E5CCB9-85A2-4734-0F05-3A0A665E61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036876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9B5824-3727-DBB4-8D81-D79081203D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D98DCC9-6E2B-56AD-43EE-A9D75D11E07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665683-C06B-20F3-8F42-DBD1815BAB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BEA7A0-3C89-4FA0-EB0F-EBCF19DBE5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07-07-2026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1476FD-13A9-113A-FAF0-C3250CAC8D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6CAC36-BFD8-5122-D464-90A60FFDB0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362340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3470B4-3388-9DFF-67B7-1C5E386F73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D8CB29A-74CA-766C-5A2A-C3E0E1912A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70EDE8-EAFA-6B5A-C329-D2355540D1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07-07-2026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44F460-3231-5906-6473-A82C952F33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3585E8-2A72-BB5D-5AC4-C5F9E0BEB6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93939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A5DB92F-0D52-262C-1462-8B2A6FD7D4B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FAFF2F8-A992-65A7-2FC8-7B510F895B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06B680-727F-5E1D-A454-4A26B1E30E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07-07-2026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47B88A-7DAB-683C-DE39-CA2B8E8BF8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DC5A19-BDAC-A471-5D0E-D0CE044B1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580606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ags" Target="../tags/tag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BD634A7-A185-91B2-B95C-9A344E615B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FCF1FC-C9F6-5FCD-6130-D76527EFFF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4FC040-2C81-D117-891B-3D4DC7ABCED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490EA95-AFA9-47FA-B067-612933D1D62E}" type="datetimeFigureOut">
              <a:rPr lang="en-IN" smtClean="0"/>
              <a:t>07-07-2026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77D073-0D16-FD58-A24F-D6763FAC7A33}"/>
              </a:ext>
            </a:extLst>
          </p:cNvPr>
          <p:cNvSpPr>
            <a:spLocks noGrp="1"/>
          </p:cNvSpPr>
          <p:nvPr>
            <p:ph type="ftr" sz="quarter" idx="3"/>
            <p:custDataLst>
              <p:tags r:id="rId13"/>
            </p:custDataLst>
          </p:nvPr>
        </p:nvSpPr>
        <p:spPr>
          <a:xfrm>
            <a:off x="0" y="6356350"/>
            <a:ext cx="12192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600" b="0" i="0" u="none">
                <a:solidFill>
                  <a:srgbClr val="00B050"/>
                </a:solidFill>
                <a:latin typeface="Tahoma" panose="020B0604030504040204" pitchFamily="34" charset="0"/>
              </a:defRPr>
            </a:lvl1pPr>
          </a:lstStyle>
          <a:p>
            <a:r>
              <a:rPr lang="en-IN"/>
              <a:t>Public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9BEF25-9187-FE81-224B-DB3474D464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766854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.xml"/><Relationship Id="rId4" Type="http://schemas.openxmlformats.org/officeDocument/2006/relationships/chart" Target="../charts/char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6.xml"/><Relationship Id="rId4" Type="http://schemas.openxmlformats.org/officeDocument/2006/relationships/chart" Target="../charts/char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0.xml"/><Relationship Id="rId4" Type="http://schemas.openxmlformats.org/officeDocument/2006/relationships/chart" Target="../charts/char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4.xml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">
            <a:extLst>
              <a:ext uri="{FF2B5EF4-FFF2-40B4-BE49-F238E27FC236}">
                <a16:creationId xmlns:a16="http://schemas.microsoft.com/office/drawing/2014/main" id="{083EB01B-1DB3-3769-731D-AB321C5367ED}"/>
              </a:ext>
            </a:extLst>
          </p:cNvPr>
          <p:cNvSpPr/>
          <p:nvPr/>
        </p:nvSpPr>
        <p:spPr>
          <a:xfrm>
            <a:off x="694592" y="545123"/>
            <a:ext cx="10659208" cy="5750169"/>
          </a:xfrm>
          <a:prstGeom prst="round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7DC14C26-DE08-BC85-BB40-9B417C25B4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Hello {{title}}</a:t>
            </a:r>
            <a:endParaRPr lang="en-IN"/>
          </a:p>
        </p:txBody>
      </p:sp>
      <p:graphicFrame>
        <p:nvGraphicFramePr>
          <p:cNvPr id="7" name="Chart">
            <a:extLst>
              <a:ext uri="{FF2B5EF4-FFF2-40B4-BE49-F238E27FC236}">
                <a16:creationId xmlns:a16="http://schemas.microsoft.com/office/drawing/2014/main" id="{09588B89-AAC9-170E-0FC5-19A437BB6AE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51760440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EB2420-B09B-4DFD-B28E-37DDE47DFA71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en-IN"/>
              <a:t>Public</a:t>
            </a:r>
          </a:p>
        </p:txBody>
      </p:sp>
    </p:spTree>
    <p:extLst>
      <p:ext uri="{BB962C8B-B14F-4D97-AF65-F5344CB8AC3E}">
        <p14:creationId xmlns:p14="http://schemas.microsoft.com/office/powerpoint/2010/main" val="1483177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E2DDA5-CE05-CCE2-DDFB-19A10F4082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3C3D6FD6-16AD-D59A-3E15-56D4097637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Hello {{title2}}</a:t>
            </a:r>
            <a:endParaRPr lang="en-IN"/>
          </a:p>
        </p:txBody>
      </p:sp>
      <p:graphicFrame>
        <p:nvGraphicFramePr>
          <p:cNvPr id="7" name="Chart">
            <a:extLst>
              <a:ext uri="{FF2B5EF4-FFF2-40B4-BE49-F238E27FC236}">
                <a16:creationId xmlns:a16="http://schemas.microsoft.com/office/drawing/2014/main" id="{289F9C69-1AFA-1AD9-A6A9-91C752A8830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58102773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A82AB87-F5C6-4A29-A383-B9C3449C5CAE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en-IN"/>
              <a:t>Public</a:t>
            </a:r>
          </a:p>
        </p:txBody>
      </p:sp>
    </p:spTree>
    <p:extLst>
      <p:ext uri="{BB962C8B-B14F-4D97-AF65-F5344CB8AC3E}">
        <p14:creationId xmlns:p14="http://schemas.microsoft.com/office/powerpoint/2010/main" val="13283851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E3E8B1-0F8F-21B7-8778-C85AAC9FC1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575379B8-A7CD-0FC4-F298-F0138A4305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369333"/>
          </a:xfrm>
        </p:spPr>
        <p:txBody>
          <a:bodyPr>
            <a:normAutofit fontScale="90000"/>
          </a:bodyPr>
          <a:lstStyle/>
          <a:p>
            <a:r>
              <a:rPr lang="en-US" sz="2800"/>
              <a:t>Hello {{title}}</a:t>
            </a:r>
            <a:endParaRPr lang="en-IN" sz="2800"/>
          </a:p>
        </p:txBody>
      </p:sp>
      <p:graphicFrame>
        <p:nvGraphicFramePr>
          <p:cNvPr id="5" name="Table">
            <a:extLst>
              <a:ext uri="{FF2B5EF4-FFF2-40B4-BE49-F238E27FC236}">
                <a16:creationId xmlns:a16="http://schemas.microsoft.com/office/drawing/2014/main" id="{861163FF-7B9E-FFA7-1ED8-2BD3B6F3F85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82244565"/>
              </p:ext>
            </p:extLst>
          </p:nvPr>
        </p:nvGraphicFramePr>
        <p:xfrm>
          <a:off x="838200" y="732950"/>
          <a:ext cx="10515600" cy="10127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>
                  <a:extLst>
                    <a:ext uri="{9D8B030D-6E8A-4147-A177-3AD203B41FA5}">
                      <a16:colId xmlns:a16="http://schemas.microsoft.com/office/drawing/2014/main" val="1526623959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988579106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994860425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3533840823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604916882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48224388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/>
                        <a:t>V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/>
                        <a:t>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/>
                        <a:t>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/>
                        <a:t>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STATUS</a:t>
                      </a:r>
                      <a:endParaRPr lang="en-IN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69212938"/>
                  </a:ext>
                </a:extLst>
              </a:tr>
              <a:tr h="641959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100</a:t>
                      </a:r>
                      <a:endParaRPr lang="en-IN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/>
                        <a:t>23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24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/>
                        <a:t>34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30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</a:t>
                      </a:r>
                      <a:endParaRPr lang="en-IN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558970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1BEA5E1-63B7-D019-B728-2339B40B412A}"/>
              </a:ext>
            </a:extLst>
          </p:cNvPr>
          <p:cNvSpPr txBox="1"/>
          <p:nvPr/>
        </p:nvSpPr>
        <p:spPr>
          <a:xfrm>
            <a:off x="838200" y="-4207"/>
            <a:ext cx="3621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/>
              <a:t>Google</a:t>
            </a:r>
          </a:p>
        </p:txBody>
      </p:sp>
      <p:graphicFrame>
        <p:nvGraphicFramePr>
          <p:cNvPr id="7" name="Table2">
            <a:extLst>
              <a:ext uri="{FF2B5EF4-FFF2-40B4-BE49-F238E27FC236}">
                <a16:creationId xmlns:a16="http://schemas.microsoft.com/office/drawing/2014/main" id="{9C93AABA-0485-1183-C414-51383DDB1C7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84673608"/>
              </p:ext>
            </p:extLst>
          </p:nvPr>
        </p:nvGraphicFramePr>
        <p:xfrm>
          <a:off x="838200" y="5745480"/>
          <a:ext cx="105156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152662395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03611046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99486042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3384082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604916882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IN"/>
                        <a:t>test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/>
                        <a:t>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9212938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IN" dirty="0"/>
                        <a:t>100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/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/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/>
                        <a:t>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31847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55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45</a:t>
                      </a:r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err="1"/>
                        <a:t>qqqwet</a:t>
                      </a:r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2398921"/>
                  </a:ext>
                </a:extLst>
              </a:tr>
            </a:tbl>
          </a:graphicData>
        </a:graphic>
      </p:graphicFrame>
      <p:sp>
        <p:nvSpPr>
          <p:cNvPr id="4" name="Shape01">
            <a:extLst>
              <a:ext uri="{FF2B5EF4-FFF2-40B4-BE49-F238E27FC236}">
                <a16:creationId xmlns:a16="http://schemas.microsoft.com/office/drawing/2014/main" id="{3693A6A3-E2A6-FE4E-5729-75F6CA7C3D56}"/>
              </a:ext>
            </a:extLst>
          </p:cNvPr>
          <p:cNvSpPr/>
          <p:nvPr/>
        </p:nvSpPr>
        <p:spPr>
          <a:xfrm>
            <a:off x="3043418" y="182301"/>
            <a:ext cx="287274" cy="304800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endParaRPr lang="en-IN" dirty="0">
              <a:ea typeface="Calibri"/>
              <a:cs typeface="Calibri"/>
            </a:endParaRPr>
          </a:p>
        </p:txBody>
      </p:sp>
      <p:sp>
        <p:nvSpPr>
          <p:cNvPr id="8" name="Shape02">
            <a:extLst>
              <a:ext uri="{FF2B5EF4-FFF2-40B4-BE49-F238E27FC236}">
                <a16:creationId xmlns:a16="http://schemas.microsoft.com/office/drawing/2014/main" id="{EAB81D09-6F97-AF14-0D2D-73C35EC0AB38}"/>
              </a:ext>
            </a:extLst>
          </p:cNvPr>
          <p:cNvSpPr/>
          <p:nvPr/>
        </p:nvSpPr>
        <p:spPr>
          <a:xfrm>
            <a:off x="3727410" y="181457"/>
            <a:ext cx="287274" cy="304800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endParaRPr lang="en-IN" dirty="0">
              <a:ea typeface="Calibri"/>
              <a:cs typeface="Calibri"/>
            </a:endParaRPr>
          </a:p>
        </p:txBody>
      </p:sp>
      <p:sp>
        <p:nvSpPr>
          <p:cNvPr id="10" name="Shape03">
            <a:extLst>
              <a:ext uri="{FF2B5EF4-FFF2-40B4-BE49-F238E27FC236}">
                <a16:creationId xmlns:a16="http://schemas.microsoft.com/office/drawing/2014/main" id="{94BE44B0-3A2D-FC89-DB70-1072E5444FE9}"/>
              </a:ext>
            </a:extLst>
          </p:cNvPr>
          <p:cNvSpPr/>
          <p:nvPr/>
        </p:nvSpPr>
        <p:spPr>
          <a:xfrm>
            <a:off x="4313663" y="178564"/>
            <a:ext cx="287274" cy="304800"/>
          </a:xfrm>
          <a:prstGeom prst="ellipse">
            <a:avLst/>
          </a:prstGeom>
          <a:solidFill>
            <a:srgbClr val="00B0F0"/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endParaRPr lang="en-IN" dirty="0">
              <a:ea typeface="Calibri"/>
              <a:cs typeface="Calibri"/>
            </a:endParaRPr>
          </a:p>
        </p:txBody>
      </p:sp>
      <p:sp>
        <p:nvSpPr>
          <p:cNvPr id="6" name="Shape04">
            <a:extLst>
              <a:ext uri="{FF2B5EF4-FFF2-40B4-BE49-F238E27FC236}">
                <a16:creationId xmlns:a16="http://schemas.microsoft.com/office/drawing/2014/main" id="{92B0CC66-1A22-3704-4B85-F2E218CC1DB7}"/>
              </a:ext>
            </a:extLst>
          </p:cNvPr>
          <p:cNvSpPr/>
          <p:nvPr/>
        </p:nvSpPr>
        <p:spPr>
          <a:xfrm>
            <a:off x="4873105" y="178563"/>
            <a:ext cx="287274" cy="304800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endParaRPr lang="en-IN" dirty="0">
              <a:ea typeface="Calibri"/>
              <a:cs typeface="Calibri"/>
            </a:endParaRPr>
          </a:p>
        </p:txBody>
      </p:sp>
      <p:sp>
        <p:nvSpPr>
          <p:cNvPr id="9" name="Shape05">
            <a:extLst>
              <a:ext uri="{FF2B5EF4-FFF2-40B4-BE49-F238E27FC236}">
                <a16:creationId xmlns:a16="http://schemas.microsoft.com/office/drawing/2014/main" id="{DEEA9499-0AAE-C967-31EB-0E066BD48ABC}"/>
              </a:ext>
            </a:extLst>
          </p:cNvPr>
          <p:cNvSpPr/>
          <p:nvPr/>
        </p:nvSpPr>
        <p:spPr>
          <a:xfrm>
            <a:off x="5403612" y="178564"/>
            <a:ext cx="287274" cy="304800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endParaRPr lang="en-IN" dirty="0">
              <a:ea typeface="Calibri"/>
              <a:cs typeface="Calibri"/>
            </a:endParaRPr>
          </a:p>
        </p:txBody>
      </p:sp>
      <p:sp>
        <p:nvSpPr>
          <p:cNvPr id="11" name="Shape06">
            <a:extLst>
              <a:ext uri="{FF2B5EF4-FFF2-40B4-BE49-F238E27FC236}">
                <a16:creationId xmlns:a16="http://schemas.microsoft.com/office/drawing/2014/main" id="{BB6AB5BE-5F58-2384-C0AA-46EADE997667}"/>
              </a:ext>
            </a:extLst>
          </p:cNvPr>
          <p:cNvSpPr/>
          <p:nvPr/>
        </p:nvSpPr>
        <p:spPr>
          <a:xfrm>
            <a:off x="5953409" y="178563"/>
            <a:ext cx="287274" cy="304800"/>
          </a:xfrm>
          <a:prstGeom prst="ellipse">
            <a:avLst/>
          </a:prstGeom>
          <a:solidFill>
            <a:srgbClr val="002060"/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endParaRPr lang="en-IN" dirty="0">
              <a:ea typeface="Calibri"/>
              <a:cs typeface="Calibri"/>
            </a:endParaRPr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6F8B634C-829C-4055-8907-6A01C93C3E7F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en-IN"/>
              <a:t>Public</a:t>
            </a:r>
          </a:p>
        </p:txBody>
      </p:sp>
    </p:spTree>
    <p:extLst>
      <p:ext uri="{BB962C8B-B14F-4D97-AF65-F5344CB8AC3E}">
        <p14:creationId xmlns:p14="http://schemas.microsoft.com/office/powerpoint/2010/main" val="30467034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12459A-1B0A-6E6F-F276-54D5C518EC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Label Chart">
            <a:extLst>
              <a:ext uri="{FF2B5EF4-FFF2-40B4-BE49-F238E27FC236}">
                <a16:creationId xmlns:a16="http://schemas.microsoft.com/office/drawing/2014/main" id="{5C45F2CF-DBD3-6DBD-9D94-4A468569840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30066042"/>
              </p:ext>
            </p:extLst>
          </p:nvPr>
        </p:nvGraphicFramePr>
        <p:xfrm>
          <a:off x="767862" y="323118"/>
          <a:ext cx="10515600" cy="58293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" name="Series 1">
            <a:extLst>
              <a:ext uri="{FF2B5EF4-FFF2-40B4-BE49-F238E27FC236}">
                <a16:creationId xmlns:a16="http://schemas.microsoft.com/office/drawing/2014/main" id="{528C6C22-A610-78C4-A2AD-7D0567240895}"/>
              </a:ext>
            </a:extLst>
          </p:cNvPr>
          <p:cNvSpPr txBox="1"/>
          <p:nvPr/>
        </p:nvSpPr>
        <p:spPr>
          <a:xfrm>
            <a:off x="451521" y="323118"/>
            <a:ext cx="9140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Adobe Garamond Pro Bold" panose="02020702060506020403" pitchFamily="18" charset="0"/>
              </a:rPr>
              <a:t>Series 1</a:t>
            </a:r>
          </a:p>
        </p:txBody>
      </p:sp>
      <p:sp>
        <p:nvSpPr>
          <p:cNvPr id="3" name="Series 2">
            <a:extLst>
              <a:ext uri="{FF2B5EF4-FFF2-40B4-BE49-F238E27FC236}">
                <a16:creationId xmlns:a16="http://schemas.microsoft.com/office/drawing/2014/main" id="{69A49453-F4CD-A2C1-CCB9-8F43FA8E4533}"/>
              </a:ext>
            </a:extLst>
          </p:cNvPr>
          <p:cNvSpPr txBox="1"/>
          <p:nvPr/>
        </p:nvSpPr>
        <p:spPr>
          <a:xfrm>
            <a:off x="2233246" y="215396"/>
            <a:ext cx="147989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/>
              <a:t>Series 2</a:t>
            </a:r>
          </a:p>
        </p:txBody>
      </p:sp>
      <p:sp>
        <p:nvSpPr>
          <p:cNvPr id="4" name="Series 3">
            <a:extLst>
              <a:ext uri="{FF2B5EF4-FFF2-40B4-BE49-F238E27FC236}">
                <a16:creationId xmlns:a16="http://schemas.microsoft.com/office/drawing/2014/main" id="{2A05536A-4FFD-8E7E-9399-0D60836393AF}"/>
              </a:ext>
            </a:extLst>
          </p:cNvPr>
          <p:cNvSpPr txBox="1"/>
          <p:nvPr/>
        </p:nvSpPr>
        <p:spPr>
          <a:xfrm>
            <a:off x="4029479" y="323117"/>
            <a:ext cx="9140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Series 3</a:t>
            </a:r>
          </a:p>
        </p:txBody>
      </p:sp>
      <p:sp>
        <p:nvSpPr>
          <p:cNvPr id="5" name="Series 4">
            <a:extLst>
              <a:ext uri="{FF2B5EF4-FFF2-40B4-BE49-F238E27FC236}">
                <a16:creationId xmlns:a16="http://schemas.microsoft.com/office/drawing/2014/main" id="{7DC1B613-8D39-9EBB-3EDF-AB17022F34BA}"/>
              </a:ext>
            </a:extLst>
          </p:cNvPr>
          <p:cNvSpPr txBox="1"/>
          <p:nvPr/>
        </p:nvSpPr>
        <p:spPr>
          <a:xfrm>
            <a:off x="5547945" y="430839"/>
            <a:ext cx="6960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/>
              <a:t>Series</a:t>
            </a:r>
            <a:r>
              <a:rPr lang="en-US"/>
              <a:t> 4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010F6015-4DD0-471D-A60C-AB6C888A6AD0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en-IN"/>
              <a:t>Public</a:t>
            </a:r>
          </a:p>
        </p:txBody>
      </p:sp>
    </p:spTree>
    <p:extLst>
      <p:ext uri="{BB962C8B-B14F-4D97-AF65-F5344CB8AC3E}">
        <p14:creationId xmlns:p14="http://schemas.microsoft.com/office/powerpoint/2010/main" val="28126301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88BBC3-FCFB-D908-8621-21B4D06A1C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ist">
            <a:extLst>
              <a:ext uri="{FF2B5EF4-FFF2-40B4-BE49-F238E27FC236}">
                <a16:creationId xmlns:a16="http://schemas.microsoft.com/office/drawing/2014/main" id="{60020E62-F94D-048C-41EB-CD6F496590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>
                <a:latin typeface="Adobe Fan Heiti Std B" panose="020B0700000000000000" pitchFamily="34" charset="-128"/>
                <a:ea typeface="Adobe Fan Heiti Std B" panose="020B0700000000000000" pitchFamily="34" charset="-128"/>
              </a:rPr>
              <a:t>1</a:t>
            </a:r>
            <a:r>
              <a:rPr lang="en-US" baseline="30000">
                <a:latin typeface="Adobe Fan Heiti Std B" panose="020B0700000000000000" pitchFamily="34" charset="-128"/>
                <a:ea typeface="Adobe Fan Heiti Std B" panose="020B0700000000000000" pitchFamily="34" charset="-128"/>
              </a:rPr>
              <a:t>st</a:t>
            </a:r>
            <a:r>
              <a:rPr lang="en-US">
                <a:latin typeface="Adobe Fan Heiti Std B" panose="020B0700000000000000" pitchFamily="34" charset="-128"/>
                <a:ea typeface="Adobe Fan Heiti Std B" panose="020B0700000000000000" pitchFamily="34" charset="-128"/>
              </a:rPr>
              <a:t> item</a:t>
            </a:r>
          </a:p>
          <a:p>
            <a:r>
              <a:rPr lang="en-US">
                <a:latin typeface="Adobe Garamond Pro Bold" panose="02020702060506020403" pitchFamily="18" charset="0"/>
              </a:rPr>
              <a:t>2</a:t>
            </a:r>
            <a:r>
              <a:rPr lang="en-US" baseline="30000">
                <a:latin typeface="Adobe Garamond Pro Bold" panose="02020702060506020403" pitchFamily="18" charset="0"/>
              </a:rPr>
              <a:t>nd</a:t>
            </a:r>
            <a:r>
              <a:rPr lang="en-US">
                <a:latin typeface="Adobe Garamond Pro Bold" panose="02020702060506020403" pitchFamily="18" charset="0"/>
              </a:rPr>
              <a:t> item</a:t>
            </a:r>
          </a:p>
          <a:p>
            <a:r>
              <a:rPr lang="en-US" sz="1600"/>
              <a:t>3</a:t>
            </a:r>
            <a:r>
              <a:rPr lang="en-US" sz="1600" baseline="30000"/>
              <a:t>rd</a:t>
            </a:r>
            <a:r>
              <a:rPr lang="en-US" sz="1600"/>
              <a:t> item</a:t>
            </a:r>
            <a:endParaRPr lang="en-IN" sz="16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4A712B-7D94-412A-AD53-6AE8FF5AB34D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en-IN"/>
              <a:t>Public</a:t>
            </a:r>
          </a:p>
        </p:txBody>
      </p:sp>
      <p:graphicFrame>
        <p:nvGraphicFramePr>
          <p:cNvPr id="6" name="Table 1">
            <a:extLst>
              <a:ext uri="{FF2B5EF4-FFF2-40B4-BE49-F238E27FC236}">
                <a16:creationId xmlns:a16="http://schemas.microsoft.com/office/drawing/2014/main" id="{4C88D6E7-DC14-A580-34D5-ED6EE5CB3E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6796799"/>
              </p:ext>
            </p:extLst>
          </p:nvPr>
        </p:nvGraphicFramePr>
        <p:xfrm>
          <a:off x="6096000" y="40957"/>
          <a:ext cx="4113823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7689">
                  <a:extLst>
                    <a:ext uri="{9D8B030D-6E8A-4147-A177-3AD203B41FA5}">
                      <a16:colId xmlns:a16="http://schemas.microsoft.com/office/drawing/2014/main" val="597839494"/>
                    </a:ext>
                  </a:extLst>
                </a:gridCol>
                <a:gridCol w="587689">
                  <a:extLst>
                    <a:ext uri="{9D8B030D-6E8A-4147-A177-3AD203B41FA5}">
                      <a16:colId xmlns:a16="http://schemas.microsoft.com/office/drawing/2014/main" val="2965758537"/>
                    </a:ext>
                  </a:extLst>
                </a:gridCol>
                <a:gridCol w="587689">
                  <a:extLst>
                    <a:ext uri="{9D8B030D-6E8A-4147-A177-3AD203B41FA5}">
                      <a16:colId xmlns:a16="http://schemas.microsoft.com/office/drawing/2014/main" val="985599110"/>
                    </a:ext>
                  </a:extLst>
                </a:gridCol>
                <a:gridCol w="587689">
                  <a:extLst>
                    <a:ext uri="{9D8B030D-6E8A-4147-A177-3AD203B41FA5}">
                      <a16:colId xmlns:a16="http://schemas.microsoft.com/office/drawing/2014/main" val="2503815855"/>
                    </a:ext>
                  </a:extLst>
                </a:gridCol>
                <a:gridCol w="587689">
                  <a:extLst>
                    <a:ext uri="{9D8B030D-6E8A-4147-A177-3AD203B41FA5}">
                      <a16:colId xmlns:a16="http://schemas.microsoft.com/office/drawing/2014/main" val="1132694783"/>
                    </a:ext>
                  </a:extLst>
                </a:gridCol>
                <a:gridCol w="587689">
                  <a:extLst>
                    <a:ext uri="{9D8B030D-6E8A-4147-A177-3AD203B41FA5}">
                      <a16:colId xmlns:a16="http://schemas.microsoft.com/office/drawing/2014/main" val="870538356"/>
                    </a:ext>
                  </a:extLst>
                </a:gridCol>
                <a:gridCol w="587689">
                  <a:extLst>
                    <a:ext uri="{9D8B030D-6E8A-4147-A177-3AD203B41FA5}">
                      <a16:colId xmlns:a16="http://schemas.microsoft.com/office/drawing/2014/main" val="140413072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r>
                        <a:rPr lang="en-US" sz="600" dirty="0"/>
                        <a:t>Board </a:t>
                      </a:r>
                      <a:r>
                        <a:rPr lang="en-US" sz="600" dirty="0" err="1"/>
                        <a:t>Compostion</a:t>
                      </a:r>
                      <a:r>
                        <a:rPr lang="en-US" sz="600" dirty="0"/>
                        <a:t> Data</a:t>
                      </a:r>
                      <a:endParaRPr lang="en-IN" sz="6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 sz="600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lang="en-US" sz="600" dirty="0"/>
                        <a:t>Start Date: MMMM-YYYY</a:t>
                      </a:r>
                      <a:endParaRPr lang="en-IN" sz="6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 sz="600" dirty="0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dirty="0"/>
                        <a:t>End Date: MMMM-YYYY</a:t>
                      </a:r>
                      <a:endParaRPr lang="en-IN" sz="6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 sz="6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 sz="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1138077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600" dirty="0"/>
                        <a:t>NAME</a:t>
                      </a:r>
                      <a:endParaRPr lang="en-IN" sz="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600" dirty="0"/>
                        <a:t>PIF EMPLOYEE</a:t>
                      </a:r>
                      <a:endParaRPr lang="en-IN" sz="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600" dirty="0"/>
                        <a:t>OTHER PIF REP.</a:t>
                      </a:r>
                      <a:endParaRPr lang="en-IN" sz="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600" dirty="0"/>
                        <a:t>BOARD</a:t>
                      </a:r>
                      <a:endParaRPr lang="en-IN" sz="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600" dirty="0"/>
                        <a:t>EXCOM</a:t>
                      </a:r>
                      <a:endParaRPr lang="en-IN" sz="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600" dirty="0"/>
                        <a:t>AUDIT</a:t>
                      </a:r>
                      <a:endParaRPr lang="en-IN" sz="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600" dirty="0"/>
                        <a:t>NRC</a:t>
                      </a:r>
                      <a:endParaRPr lang="en-IN" sz="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737360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600" dirty="0"/>
                        <a:t>a</a:t>
                      </a:r>
                      <a:endParaRPr lang="en-IN" sz="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600" dirty="0"/>
                        <a:t>A</a:t>
                      </a:r>
                      <a:endParaRPr lang="en-IN" sz="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600" dirty="0"/>
                        <a:t>A</a:t>
                      </a:r>
                      <a:endParaRPr lang="en-IN" sz="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600" dirty="0"/>
                        <a:t>A</a:t>
                      </a:r>
                      <a:endParaRPr lang="en-IN" sz="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600" dirty="0"/>
                        <a:t>A</a:t>
                      </a:r>
                      <a:endParaRPr lang="en-IN" sz="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600" dirty="0"/>
                        <a:t>A</a:t>
                      </a:r>
                      <a:endParaRPr lang="en-IN" sz="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600" dirty="0"/>
                        <a:t>a</a:t>
                      </a:r>
                      <a:endParaRPr lang="en-IN" sz="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92571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131585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">
            <a:extLst>
              <a:ext uri="{FF2B5EF4-FFF2-40B4-BE49-F238E27FC236}">
                <a16:creationId xmlns:a16="http://schemas.microsoft.com/office/drawing/2014/main" id="{FE7BC075-9F6E-28B2-59E8-8F26920BE7E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00558840"/>
              </p:ext>
            </p:extLst>
          </p:nvPr>
        </p:nvGraphicFramePr>
        <p:xfrm>
          <a:off x="838199" y="573206"/>
          <a:ext cx="10789696" cy="73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8712">
                  <a:extLst>
                    <a:ext uri="{9D8B030D-6E8A-4147-A177-3AD203B41FA5}">
                      <a16:colId xmlns:a16="http://schemas.microsoft.com/office/drawing/2014/main" val="2779847418"/>
                    </a:ext>
                  </a:extLst>
                </a:gridCol>
                <a:gridCol w="1348712">
                  <a:extLst>
                    <a:ext uri="{9D8B030D-6E8A-4147-A177-3AD203B41FA5}">
                      <a16:colId xmlns:a16="http://schemas.microsoft.com/office/drawing/2014/main" val="1632793384"/>
                    </a:ext>
                  </a:extLst>
                </a:gridCol>
                <a:gridCol w="1348712">
                  <a:extLst>
                    <a:ext uri="{9D8B030D-6E8A-4147-A177-3AD203B41FA5}">
                      <a16:colId xmlns:a16="http://schemas.microsoft.com/office/drawing/2014/main" val="2032430761"/>
                    </a:ext>
                  </a:extLst>
                </a:gridCol>
                <a:gridCol w="1348712">
                  <a:extLst>
                    <a:ext uri="{9D8B030D-6E8A-4147-A177-3AD203B41FA5}">
                      <a16:colId xmlns:a16="http://schemas.microsoft.com/office/drawing/2014/main" val="3759091533"/>
                    </a:ext>
                  </a:extLst>
                </a:gridCol>
                <a:gridCol w="1348712">
                  <a:extLst>
                    <a:ext uri="{9D8B030D-6E8A-4147-A177-3AD203B41FA5}">
                      <a16:colId xmlns:a16="http://schemas.microsoft.com/office/drawing/2014/main" val="3854161084"/>
                    </a:ext>
                  </a:extLst>
                </a:gridCol>
                <a:gridCol w="1348712">
                  <a:extLst>
                    <a:ext uri="{9D8B030D-6E8A-4147-A177-3AD203B41FA5}">
                      <a16:colId xmlns:a16="http://schemas.microsoft.com/office/drawing/2014/main" val="2580032536"/>
                    </a:ext>
                  </a:extLst>
                </a:gridCol>
                <a:gridCol w="1348712">
                  <a:extLst>
                    <a:ext uri="{9D8B030D-6E8A-4147-A177-3AD203B41FA5}">
                      <a16:colId xmlns:a16="http://schemas.microsoft.com/office/drawing/2014/main" val="3625072384"/>
                    </a:ext>
                  </a:extLst>
                </a:gridCol>
                <a:gridCol w="1348712">
                  <a:extLst>
                    <a:ext uri="{9D8B030D-6E8A-4147-A177-3AD203B41FA5}">
                      <a16:colId xmlns:a16="http://schemas.microsoft.com/office/drawing/2014/main" val="1242086109"/>
                    </a:ext>
                  </a:extLst>
                </a:gridCol>
              </a:tblGrid>
              <a:tr h="286828">
                <a:tc gridSpan="2">
                  <a:txBody>
                    <a:bodyPr/>
                    <a:lstStyle/>
                    <a:p>
                      <a:r>
                        <a:rPr lang="en-US" dirty="0"/>
                        <a:t>Team</a:t>
                      </a:r>
                      <a:endParaRPr lang="en-IN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Name</a:t>
                      </a:r>
                      <a:endParaRPr lang="en-IN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Role</a:t>
                      </a:r>
                      <a:endParaRPr lang="en-IN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Description</a:t>
                      </a:r>
                      <a:endParaRPr lang="en-IN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Value</a:t>
                      </a:r>
                      <a:endParaRPr lang="en-IN" dirty="0"/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dirty="0"/>
                        <a:t>Point</a:t>
                      </a:r>
                      <a:endParaRPr lang="en-IN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90839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Algerian" panose="04020705040A02060702" pitchFamily="82" charset="0"/>
                        </a:rPr>
                        <a:t>S</a:t>
                      </a:r>
                      <a:endParaRPr lang="en-IN" dirty="0">
                        <a:latin typeface="Algerian" panose="04020705040A02060702" pitchFamily="8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lgerian" panose="04020705040A02060702" pitchFamily="82" charset="0"/>
                        </a:rPr>
                        <a:t>x</a:t>
                      </a:r>
                      <a:endParaRPr lang="en-IN" dirty="0">
                        <a:latin typeface="Algerian" panose="04020705040A02060702" pitchFamily="8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lgerian" panose="04020705040A02060702" pitchFamily="82" charset="0"/>
                        </a:rPr>
                        <a:t>A</a:t>
                      </a:r>
                      <a:endParaRPr lang="en-IN" dirty="0">
                        <a:latin typeface="Algerian" panose="04020705040A02060702" pitchFamily="8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lgerian" panose="04020705040A02060702" pitchFamily="82" charset="0"/>
                        </a:rPr>
                        <a:t>z</a:t>
                      </a:r>
                      <a:endParaRPr lang="en-IN" dirty="0">
                        <a:latin typeface="Algerian" panose="04020705040A02060702" pitchFamily="8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Algerian" panose="04020705040A02060702" pitchFamily="82" charset="0"/>
                        </a:rPr>
                        <a:t>d</a:t>
                      </a:r>
                      <a:endParaRPr lang="en-IN" sz="1800" dirty="0">
                        <a:latin typeface="Algerian" panose="04020705040A02060702" pitchFamily="8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lgerian" panose="04020705040A02060702" pitchFamily="82" charset="0"/>
                        </a:rPr>
                        <a:t>a</a:t>
                      </a:r>
                      <a:endParaRPr lang="en-IN" dirty="0">
                        <a:latin typeface="Algerian" panose="04020705040A02060702" pitchFamily="8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lgerian" panose="04020705040A02060702" pitchFamily="82" charset="0"/>
                        </a:rPr>
                        <a:t>V</a:t>
                      </a:r>
                      <a:endParaRPr lang="en-IN" dirty="0">
                        <a:latin typeface="Algerian" panose="04020705040A02060702" pitchFamily="8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lgerian" panose="04020705040A02060702" pitchFamily="82" charset="0"/>
                        </a:rPr>
                        <a:t>V</a:t>
                      </a:r>
                      <a:endParaRPr lang="en-IN" dirty="0">
                        <a:latin typeface="Algerian" panose="04020705040A02060702" pitchFamily="82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19732806"/>
                  </a:ext>
                </a:extLst>
              </a:tr>
            </a:tbl>
          </a:graphicData>
        </a:graphic>
      </p:graphicFrame>
      <p:sp>
        <p:nvSpPr>
          <p:cNvPr id="2" name="Team A Logo">
            <a:extLst>
              <a:ext uri="{FF2B5EF4-FFF2-40B4-BE49-F238E27FC236}">
                <a16:creationId xmlns:a16="http://schemas.microsoft.com/office/drawing/2014/main" id="{40CE57F1-956F-4695-F427-6DECEE6DFC90}"/>
              </a:ext>
            </a:extLst>
          </p:cNvPr>
          <p:cNvSpPr/>
          <p:nvPr/>
        </p:nvSpPr>
        <p:spPr>
          <a:xfrm>
            <a:off x="-358439" y="2082600"/>
            <a:ext cx="716878" cy="814509"/>
          </a:xfrm>
          <a:prstGeom prst="rect">
            <a:avLst/>
          </a:prstGeom>
          <a:blipFill dpi="0"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am B Logo">
            <a:extLst>
              <a:ext uri="{FF2B5EF4-FFF2-40B4-BE49-F238E27FC236}">
                <a16:creationId xmlns:a16="http://schemas.microsoft.com/office/drawing/2014/main" id="{42DD75CE-B87B-A2AB-E9D6-A94D891FA961}"/>
              </a:ext>
            </a:extLst>
          </p:cNvPr>
          <p:cNvSpPr/>
          <p:nvPr/>
        </p:nvSpPr>
        <p:spPr>
          <a:xfrm>
            <a:off x="-420986" y="3241443"/>
            <a:ext cx="841972" cy="814509"/>
          </a:xfrm>
          <a:prstGeom prst="rect">
            <a:avLst/>
          </a:prstGeom>
          <a:blipFill dpi="0"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E73F588-E744-219B-242D-94136B11BABD}"/>
              </a:ext>
            </a:extLst>
          </p:cNvPr>
          <p:cNvGrpSpPr/>
          <p:nvPr/>
        </p:nvGrpSpPr>
        <p:grpSpPr>
          <a:xfrm>
            <a:off x="10092818" y="159766"/>
            <a:ext cx="977638" cy="261610"/>
            <a:chOff x="3759200" y="5085720"/>
            <a:chExt cx="977638" cy="26161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CC3860F-6365-EF4D-D168-C842F01149A9}"/>
                </a:ext>
              </a:extLst>
            </p:cNvPr>
            <p:cNvSpPr/>
            <p:nvPr/>
          </p:nvSpPr>
          <p:spPr>
            <a:xfrm>
              <a:off x="3759200" y="5143500"/>
              <a:ext cx="336550" cy="14605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/>
                <a:t>CA</a:t>
              </a:r>
              <a:endParaRPr lang="en-IN" sz="800" dirty="0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1149580-D805-5ABB-11D1-98485224CF6C}"/>
                </a:ext>
              </a:extLst>
            </p:cNvPr>
            <p:cNvSpPr txBox="1"/>
            <p:nvPr/>
          </p:nvSpPr>
          <p:spPr>
            <a:xfrm>
              <a:off x="4140200" y="5085720"/>
              <a:ext cx="59663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/>
                <a:t>Testing</a:t>
              </a:r>
              <a:endParaRPr lang="en-IN" sz="1100" dirty="0"/>
            </a:p>
          </p:txBody>
        </p:sp>
      </p:grp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216E377-ED81-42F2-9E55-156972D6B437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en-IN"/>
              <a:t>Public</a:t>
            </a:r>
          </a:p>
        </p:txBody>
      </p:sp>
    </p:spTree>
    <p:extLst>
      <p:ext uri="{BB962C8B-B14F-4D97-AF65-F5344CB8AC3E}">
        <p14:creationId xmlns:p14="http://schemas.microsoft.com/office/powerpoint/2010/main" val="421712553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Public"/>
  <p:tag name="BJHEADERFOOTERTEXTMARKING" val="Public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Public"/>
  <p:tag name="BJHEADERFOOTERTEXTMARKING" val="Public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Public"/>
  <p:tag name="BJHEADERFOOTERTEXTMARKING" val="Public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Public"/>
  <p:tag name="BJHEADERFOOTERTEXTMARKING" val="Public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Public"/>
  <p:tag name="BJHEADERFOOTERTEXTMARKING" val="Public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Public"/>
  <p:tag name="BJHEADERFOOTERTEXTMARKING" val="Public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Public"/>
  <p:tag name="BJHEADERFOOTERTEXTMARKING" val="Public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Public"/>
  <p:tag name="BJHEADERFOOTERTEXTMARKING" val="Public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Public"/>
  <p:tag name="BJHEADERFOOTERTEXTMARKING" val="Public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Public"/>
  <p:tag name="BJHEADERFOOTERTEXTMARKING" val="Public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Public"/>
  <p:tag name="BJHEADERFOOTERTEXTMARKING" val="Public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Public"/>
  <p:tag name="BJHEADERFOOTERTEXTMARKING" val="Public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Public"/>
  <p:tag name="BJHEADERFOOTERTEXTMARKING" val="Public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Public"/>
  <p:tag name="BJHEADERFOOTERTEXTMARKING" val="Public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Public"/>
  <p:tag name="BJHEADERFOOTERTEXTMARKING" val="Public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WrappedLabelInfo xmlns:xsd="http://www.w3.org/2001/XMLSchema" xmlns:xsi="http://www.w3.org/2001/XMLSchema-instance" xmlns="http://www.boldonjames.com/2016/02/Classifier/internal/wrappedLabelInfo">
  <Value>
        PD94bWwgdmVyc2lvbj0iMS4wIiBlbmNvZGluZz0idXMtYXNjaWkiPz48TGFiZWxJbmZvWG1sUGFydCB4bWxuczp4c2Q9Imh0dHA6Ly93d3cudzMub3JnLzIwMDEvWE1MU2NoZW1hIiB4bWxuczp4c2k9Imh0dHA6Ly93d3cudzMub3JnLzIwMDEvWE1MU2NoZW1hLWluc3RhbmNlIiB4bWxucz0iaHR0cDovL3d3dy5ib2xkb25qYW1lcy5jb20vMjAxNi8wMi9DbGFzc2lmaWVyL2ludGVybmFsL2xhYmVsSW5mbyI+PGVsaD5zS0dRS1drK1lkdW5pR1dnWEZKaXhOaHZncEpxN1VHWTwvZWxoPjxjb25maWc+UElGX1BST0Q8L2NvbmZpZz48cG9sPlBJRl9QUk9EPC9wb2w+PHN1bW1hcnk+UHVibGljPC9zdW1tYXJ5PjxhcHA+UG93ZXJQb2ludDwvYXBwPjxTaWduYXR1cmVWYWxpZD5mYWxzZTwvU2lnbmF0dXJlVmFsaWQ+PC9MYWJlbEluZm9YbWxQYXJ0Pg==</Value>
  <Signature xmlns="http://www.w3.org/2000/09/xmldsig#">
    <SignedInfo>
      <CanonicalizationMethod Algorithm="http://www.w3.org/TR/2001/REC-xml-c14n-20010315"/>
      <SignatureMethod Algorithm="http://www.w3.org/2001/04/xmldsig-more#rsa-sha256"/>
      <Reference URI="">
        <Transforms>
          <Transform Algorithm="http://www.w3.org/2000/09/xmldsig#enveloped-signature"/>
        </Transforms>
        <DigestMethod Algorithm="http://www.w3.org/2001/04/xmlenc#sha256"/>
        <DigestValue>gWe9USdyMUbYIcgeQlJ5nHknXTM3gl2T/iDgjjIb7Iw=</DigestValue>
      </Reference>
      <Reference URI="#INFO">
        <DigestMethod Algorithm="http://www.w3.org/2001/04/xmlenc#sha256"/>
        <DigestValue>gCfmLG6iiX9DZFqkfLWEYEzumQoSuK2mBrtoDGKUvF4=</DigestValue>
      </Reference>
    </SignedInfo>
    <SignatureValue>
            DF0hX3kwnkWSM7Vx+aHbnKHbKqjPO7WGFWT94IzDjcBAJYel0XuupZ4CVHfqOqpmZ6AzCW9+nstj4u0icXuShg==</SignatureValue>
    <Object Id="INFO">
      <ArrayOfString xmlns:xsd="http://www.w3.org/2001/XMLSchema" xmlns:xsi="http://www.w3.org/2001/XMLSchema-instance" xmlns="">
        <string>sKGQKWk+YduniGWgXFJixNhvgpJq7UGY</string>
      </ArrayOfString>
    </Object>
  </Signature>
</WrappedLabelInfo>
</file>

<file path=customXml/item2.xml><?xml version="1.0" encoding="utf-8"?>
<sisl xmlns:xsd="http://www.w3.org/2001/XMLSchema" xmlns:xsi="http://www.w3.org/2001/XMLSchema-instance" xmlns="http://www.boldonjames.com/2008/01/sie/internal/label" sislVersion="0" policy="4f3ffa34-8ea5-4d04-9688-c0eeb614b05f" origin="userSelected">
  <element uid="id_classification_nonbusiness" value=""/>
</sisl>
</file>

<file path=customXml/itemProps1.xml><?xml version="1.0" encoding="utf-8"?>
<ds:datastoreItem xmlns:ds="http://schemas.openxmlformats.org/officeDocument/2006/customXml" ds:itemID="{DA1CAF05-4605-4D79-B2CD-2732286DB1E6}">
  <ds:schemaRefs>
    <ds:schemaRef ds:uri="http://www.w3.org/2001/XMLSchema"/>
    <ds:schemaRef ds:uri="http://www.boldonjames.com/2016/02/Classifier/internal/wrappedLabelInfo"/>
    <ds:schemaRef ds:uri="http://www.w3.org/2000/09/xmldsig#"/>
    <ds:schemaRef ds:uri=""/>
  </ds:schemaRefs>
</ds:datastoreItem>
</file>

<file path=customXml/itemProps2.xml><?xml version="1.0" encoding="utf-8"?>
<ds:datastoreItem xmlns:ds="http://schemas.openxmlformats.org/officeDocument/2006/customXml" ds:itemID="{1F932E4C-D55E-4037-A535-9777C851BCE7}">
  <ds:schemaRefs>
    <ds:schemaRef ds:uri="http://www.w3.org/2001/XMLSchema"/>
    <ds:schemaRef ds:uri="http://www.boldonjames.com/2008/01/sie/internal/label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33</TotalTime>
  <Words>117</Words>
  <Application>Microsoft Office PowerPoint</Application>
  <PresentationFormat>Widescreen</PresentationFormat>
  <Paragraphs>88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5" baseType="lpstr">
      <vt:lpstr>Adobe Fan Heiti Std B</vt:lpstr>
      <vt:lpstr>Adobe Garamond Pro Bold</vt:lpstr>
      <vt:lpstr>Agency FB</vt:lpstr>
      <vt:lpstr>Algerian</vt:lpstr>
      <vt:lpstr>Arial</vt:lpstr>
      <vt:lpstr>Calibri</vt:lpstr>
      <vt:lpstr>Calibri Light</vt:lpstr>
      <vt:lpstr>Tahoma</vt:lpstr>
      <vt:lpstr>Office Theme</vt:lpstr>
      <vt:lpstr>Hello {{title}}</vt:lpstr>
      <vt:lpstr>Hello {{title2}}</vt:lpstr>
      <vt:lpstr>Hello {{title}}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Hello {{title}}</dc:title>
  <dc:creator>Suyog Jadhav</dc:creator>
  <cp:keywords>PIF_Public</cp:keywords>
  <cp:lastModifiedBy>Suyog Jadhav</cp:lastModifiedBy>
  <cp:revision>55</cp:revision>
  <dcterms:created xsi:type="dcterms:W3CDTF">2026-05-13T11:34:25Z</dcterms:created>
  <dcterms:modified xsi:type="dcterms:W3CDTF">2026-07-07T15:40:43Z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ocIndexRef">
    <vt:lpwstr>5eeeb970-93dd-443a-af80-cdc3d3b6532b</vt:lpwstr>
  </property>
  <property fmtid="{D5CDD505-2E9C-101B-9397-08002B2CF9AE}" pid="3" name="bjClsUserRVM">
    <vt:lpwstr>[]</vt:lpwstr>
  </property>
  <property fmtid="{D5CDD505-2E9C-101B-9397-08002B2CF9AE}" pid="4" name="bjSaver">
    <vt:lpwstr>Gfk1VOGM45q9nAUTLfrFMdHururwAn3y</vt:lpwstr>
  </property>
  <property fmtid="{D5CDD505-2E9C-101B-9397-08002B2CF9AE}" pid="5" name="bjDocumentLabelXML">
    <vt:lpwstr>&lt;?xml version="1.0" encoding="us-ascii"?&gt;&lt;sisl
            xmlns:xsd="http://www.w3.org/2001/XMLSchema"
            xmlns:xsi="http://www.w3.org/2001/XMLSchema-instance" sislVersion="0"
            policy="4f3ffa34-8ea5-4d04-9688-c0eeb614b05f" origin="userSelected"
            xmlns="http://www.boldonj</vt:lpwstr>
  </property>
  <property fmtid="{D5CDD505-2E9C-101B-9397-08002B2CF9AE}" pid="6" name="bjDocumentLabelXML-0">
    <vt:lpwstr>ames.com/2008/01/sie/internal/label"&gt;&lt;element
            uid="id_classification_nonbusiness" value="" /&gt;&lt;/sisl&gt;</vt:lpwstr>
  </property>
  <property fmtid="{D5CDD505-2E9C-101B-9397-08002B2CF9AE}" pid="7" name="bjDocumentSecurityLabel">
    <vt:lpwstr>Public</vt:lpwstr>
  </property>
  <property fmtid="{D5CDD505-2E9C-101B-9397-08002B2CF9AE}" pid="8" name="bjSlideMasterFooterText">
    <vt:lpwstr>Public</vt:lpwstr>
  </property>
  <property fmtid="{D5CDD505-2E9C-101B-9397-08002B2CF9AE}" pid="9" name="bjpmDocIH">
    <vt:lpwstr>59YhT6upp0Lv+BBWcGMC8RsvmZjl3log</vt:lpwstr>
  </property>
</Properties>
</file>
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A5A5A5"/>
    <a:srgbClr val="ED7D3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C3C471-C754-871F-AF6C-A200F7425B03}" v="122" dt="2026-06-18T11:32:04.302"/>
    <p1510:client id="{2796ABAA-F5FB-42ED-8CAB-0587183265E4}" v="9" dt="2026-06-18T08:43:12.9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274" y="10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r"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lgerian" panose="04020705040A02060702" pitchFamily="82" charset="0"/>
                <a:ea typeface="+mn-ea"/>
                <a:cs typeface="+mn-cs"/>
              </a:defRPr>
            </a:pPr>
            <a:r>
              <a:rPr lang="en-IN" sz="3200" b="0">
                <a:latin typeface="Algerian" panose="04020705040A02060702" pitchFamily="82" charset="0"/>
              </a:rPr>
              <a:t>Chart</a:t>
            </a:r>
          </a:p>
          <a:p>
            <a:pPr algn="r">
              <a:defRPr sz="3200">
                <a:latin typeface="Algerian" panose="04020705040A02060702" pitchFamily="82" charset="0"/>
              </a:defRPr>
            </a:pPr>
            <a:r>
              <a:rPr lang="en-IN" sz="1800" b="1">
                <a:latin typeface="Agency FB" panose="020B0503020202020204" pitchFamily="34" charset="0"/>
              </a:rPr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r"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lgerian" panose="04020705040A02060702" pitchFamily="8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077294685990338E-2"/>
          <c:y val="4.793028322440087E-2"/>
          <c:w val="0.97342995169082125"/>
          <c:h val="0.952069716775599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082125603864733"/>
                  <c:y val="-0.12636165577342057"/>
                </c:manualLayout>
              </c:layout>
              <c:spPr>
                <a:solidFill>
                  <a:srgbClr val="4472C4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6177583780288332E-2"/>
                      <c:h val="8.4912939804093132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41C-4F54-805C-4E5E94C272C8}"/>
                </c:ext>
              </c:extLst>
            </c:dLbl>
            <c:spPr>
              <a:solidFill>
                <a:srgbClr val="4472C4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5.4466230936819175E-2"/>
                </c:manualLayout>
              </c:layout>
              <c:spPr>
                <a:solidFill>
                  <a:srgbClr val="ED7D3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7047148997679643E-2"/>
                      <c:h val="9.798483522892971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solidFill>
                <a:srgbClr val="ED7D3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27777777777777779"/>
                  <c:y val="-7.6252723311546866E-2"/>
                </c:manualLayout>
              </c:layout>
              <c:spPr>
                <a:solidFill>
                  <a:srgbClr val="A5A5A5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05197991555404"/>
                      <c:h val="0.1655229615905855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solidFill>
                <a:srgbClr val="A5A5A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961357411845259"/>
                  <c:y val="-0.11764705882352941"/>
                </c:manualLayout>
              </c:layout>
              <c:spPr>
                <a:solidFill>
                  <a:srgbClr val="FFC00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4969854311689293E-2"/>
                      <c:h val="7.837699209167481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41C-4F54-805C-4E5E94C272C8}"/>
                </c:ext>
              </c:extLst>
            </c:dLbl>
            <c:spPr>
              <a:solidFill>
                <a:srgbClr val="FFC00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1AF6D7-0F32-4F05-B21A-8AF0CB26F94C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9BE13-E5DD-4ADC-A243-D0627F8BD0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5108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176044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{{title2}}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9333"/>
          </a:xfrm>
        </p:spPr>
        <p:txBody>
          <a:bodyPr>
            <a:normAutofit fontScale="90000"/>
          </a:bodyPr>
          <a:lstStyle/>
          <a:p>
            <a:r>
              <a:rPr lang="en-US" sz="2800"/>
              <a:t>Hello {{title}}</a:t>
            </a:r>
            <a:endParaRPr lang="en-IN" sz="280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2244565"/>
              </p:ext>
            </p:extLst>
          </p:nvPr>
        </p:nvGraphicFramePr>
        <p:xfrm>
          <a:off x="838200" y="732950"/>
          <a:ext cx="10515600" cy="101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82243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STATUS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6419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5897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838200" y="-4207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4673608"/>
              </p:ext>
            </p:extLst>
          </p:nvPr>
        </p:nvGraphicFramePr>
        <p:xfrm>
          <a:off x="838200" y="574548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45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qqqwet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4" name="Shape01">
            <a:extLst>
              <a:ext uri="{FF2B5EF4-FFF2-40B4-BE49-F238E27FC236}">
                <a16:creationId xmlns:a16="http://schemas.microsoft.com/office/drawing/2014/main" id="{3693A6A3-E2A6-FE4E-5729-75F6CA7C3D56}"/>
              </a:ext>
            </a:extLst>
          </p:cNvPr>
          <p:cNvSpPr/>
          <p:nvPr/>
        </p:nvSpPr>
        <p:spPr>
          <a:xfrm>
            <a:off x="3043418" y="182301"/>
            <a:ext cx="287274" cy="3048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8" name="Shape02">
            <a:extLst>
              <a:ext uri="{FF2B5EF4-FFF2-40B4-BE49-F238E27FC236}">
                <a16:creationId xmlns:a16="http://schemas.microsoft.com/office/drawing/2014/main" id="{EAB81D09-6F97-AF14-0D2D-73C35EC0AB38}"/>
              </a:ext>
            </a:extLst>
          </p:cNvPr>
          <p:cNvSpPr/>
          <p:nvPr/>
        </p:nvSpPr>
        <p:spPr>
          <a:xfrm>
            <a:off x="3727410" y="181457"/>
            <a:ext cx="287274" cy="304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0" name="Shape03">
            <a:extLst>
              <a:ext uri="{FF2B5EF4-FFF2-40B4-BE49-F238E27FC236}">
                <a16:creationId xmlns:a16="http://schemas.microsoft.com/office/drawing/2014/main" id="{94BE44B0-3A2D-FC89-DB70-1072E5444FE9}"/>
              </a:ext>
            </a:extLst>
          </p:cNvPr>
          <p:cNvSpPr/>
          <p:nvPr/>
        </p:nvSpPr>
        <p:spPr>
          <a:xfrm>
            <a:off x="4313663" y="178564"/>
            <a:ext cx="287274" cy="304800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6" name="Shape04">
            <a:extLst>
              <a:ext uri="{FF2B5EF4-FFF2-40B4-BE49-F238E27FC236}">
                <a16:creationId xmlns:a16="http://schemas.microsoft.com/office/drawing/2014/main" id="{92B0CC66-1A22-3704-4B85-F2E218CC1DB7}"/>
              </a:ext>
            </a:extLst>
          </p:cNvPr>
          <p:cNvSpPr/>
          <p:nvPr/>
        </p:nvSpPr>
        <p:spPr>
          <a:xfrm>
            <a:off x="4873105" y="178563"/>
            <a:ext cx="287274" cy="3048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9" name="Shape05">
            <a:extLst>
              <a:ext uri="{FF2B5EF4-FFF2-40B4-BE49-F238E27FC236}">
                <a16:creationId xmlns:a16="http://schemas.microsoft.com/office/drawing/2014/main" id="{DEEA9499-0AAE-C967-31EB-0E066BD48ABC}"/>
              </a:ext>
            </a:extLst>
          </p:cNvPr>
          <p:cNvSpPr/>
          <p:nvPr/>
        </p:nvSpPr>
        <p:spPr>
          <a:xfrm>
            <a:off x="5403612" y="178564"/>
            <a:ext cx="287274" cy="3048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1" name="Shape06">
            <a:extLst>
              <a:ext uri="{FF2B5EF4-FFF2-40B4-BE49-F238E27FC236}">
                <a16:creationId xmlns:a16="http://schemas.microsoft.com/office/drawing/2014/main" id="{BB6AB5BE-5F58-2384-C0AA-46EADE997667}"/>
              </a:ext>
            </a:extLst>
          </p:cNvPr>
          <p:cNvSpPr/>
          <p:nvPr/>
        </p:nvSpPr>
        <p:spPr>
          <a:xfrm>
            <a:off x="5953409" y="178563"/>
            <a:ext cx="287274" cy="304800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066042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Series 1">
            <a:extLst>
              <a:ext uri="{FF2B5EF4-FFF2-40B4-BE49-F238E27FC236}">
                <a16:creationId xmlns:a16="http://schemas.microsoft.com/office/drawing/2014/main" id="{528C6C22-A610-78C4-A2AD-7D0567240895}"/>
              </a:ext>
            </a:extLst>
          </p:cNvPr>
          <p:cNvSpPr txBox="1"/>
          <p:nvPr/>
        </p:nvSpPr>
        <p:spPr>
          <a:xfrm>
            <a:off x="451521" y="32311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Adobe Garamond Pro Bold" panose="02020702060506020403" pitchFamily="18" charset="0"/>
              </a:rPr>
              <a:t>Series 1</a:t>
            </a:r>
          </a:p>
        </p:txBody>
      </p:sp>
      <p:sp>
        <p:nvSpPr>
          <p:cNvPr id="3" name="Series 2">
            <a:extLst>
              <a:ext uri="{FF2B5EF4-FFF2-40B4-BE49-F238E27FC236}">
                <a16:creationId xmlns:a16="http://schemas.microsoft.com/office/drawing/2014/main" id="{69A49453-F4CD-A2C1-CCB9-8F43FA8E4533}"/>
              </a:ext>
            </a:extLst>
          </p:cNvPr>
          <p:cNvSpPr txBox="1"/>
          <p:nvPr/>
        </p:nvSpPr>
        <p:spPr>
          <a:xfrm>
            <a:off x="2233246" y="215396"/>
            <a:ext cx="14798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Series 2</a:t>
            </a:r>
          </a:p>
        </p:txBody>
      </p:sp>
      <p:sp>
        <p:nvSpPr>
          <p:cNvPr id="4" name="Series 3">
            <a:extLst>
              <a:ext uri="{FF2B5EF4-FFF2-40B4-BE49-F238E27FC236}">
                <a16:creationId xmlns:a16="http://schemas.microsoft.com/office/drawing/2014/main" id="{2A05536A-4FFD-8E7E-9399-0D60836393AF}"/>
              </a:ext>
            </a:extLst>
          </p:cNvPr>
          <p:cNvSpPr txBox="1"/>
          <p:nvPr/>
        </p:nvSpPr>
        <p:spPr>
          <a:xfrm>
            <a:off x="4029479" y="323117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Series 3</a:t>
            </a:r>
          </a:p>
        </p:txBody>
      </p:sp>
      <p:sp>
        <p:nvSpPr>
          <p:cNvPr id="5" name="Series 4">
            <a:extLst>
              <a:ext uri="{FF2B5EF4-FFF2-40B4-BE49-F238E27FC236}">
                <a16:creationId xmlns:a16="http://schemas.microsoft.com/office/drawing/2014/main" id="{7DC1B613-8D39-9EBB-3EDF-AB17022F34BA}"/>
              </a:ext>
            </a:extLst>
          </p:cNvPr>
          <p:cNvSpPr txBox="1"/>
          <p:nvPr/>
        </p:nvSpPr>
        <p:spPr>
          <a:xfrm>
            <a:off x="5547945" y="430839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Series</a:t>
            </a:r>
            <a:r>
              <a:rPr lang="en-US"/>
              <a:t> 4</a:t>
            </a:r>
          </a:p>
        </p:txBody>
      </p:sp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>
                <a:latin typeface="Adobe Garamond Pro Bold" panose="02020702060506020403" pitchFamily="18" charset="0"/>
              </a:rPr>
              <a:t>2</a:t>
            </a:r>
            <a:r>
              <a:rPr lang="en-US" baseline="30000">
                <a:latin typeface="Adobe Garamond Pro Bold" panose="02020702060506020403" pitchFamily="18" charset="0"/>
              </a:rPr>
              <a:t>nd</a:t>
            </a:r>
            <a:r>
              <a:rPr lang="en-US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/>
              <a:t>3</a:t>
            </a:r>
            <a:r>
              <a:rPr lang="en-US" sz="1600" baseline="30000"/>
              <a:t>rd</a:t>
            </a:r>
            <a:r>
              <a:rPr lang="en-US" sz="1600"/>
              <a:t> item</a:t>
            </a:r>
            <a:endParaRPr lang="en-IN" sz="1600"/>
          </a:p>
        </p:txBody>
      </p:sp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FE7BC075-9F6E-28B2-59E8-8F26920BE7E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00558840"/>
              </p:ext>
            </p:extLst>
          </p:nvPr>
        </p:nvGraphicFramePr>
        <p:xfrm>
          <a:off x="838199" y="573206"/>
          <a:ext cx="10789696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712">
                  <a:extLst>
                    <a:ext uri="{9D8B030D-6E8A-4147-A177-3AD203B41FA5}">
                      <a16:colId xmlns:a16="http://schemas.microsoft.com/office/drawing/2014/main" val="2779847418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16327933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2032430761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759091533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8541610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2580032536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6250723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1242086109"/>
                    </a:ext>
                  </a:extLst>
                </a:gridCol>
              </a:tblGrid>
              <a:tr h="286828">
                <a:tc gridSpan="2">
                  <a:txBody>
                    <a:bodyPr/>
                    <a:lstStyle/>
                    <a:p>
                      <a:r>
                        <a:rPr lang="en-US" dirty="0"/>
                        <a:t>Team</a:t>
                      </a:r>
                      <a:endParaRPr lang="en-IN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</a:t>
                      </a:r>
                      <a:endParaRPr lang="en-IN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Point</a:t>
                      </a:r>
                      <a:endParaRPr lang="en-IN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9083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S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x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A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z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lgerian" panose="04020705040A02060702" pitchFamily="82" charset="0"/>
                        </a:rPr>
                        <a:t>d</a:t>
                      </a:r>
                      <a:endParaRPr lang="en-IN" sz="1800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a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V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V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732806"/>
                  </a:ext>
                </a:extLst>
              </a:tr>
            </a:tbl>
          </a:graphicData>
        </a:graphic>
      </p:graphicFrame>
      <p:sp>
        <p:nvSpPr>
          <p:cNvPr id="2" name="Team A Logo">
            <a:extLst>
              <a:ext uri="{FF2B5EF4-FFF2-40B4-BE49-F238E27FC236}">
                <a16:creationId xmlns:a16="http://schemas.microsoft.com/office/drawing/2014/main" id="{40CE57F1-956F-4695-F427-6DECEE6DFC90}"/>
              </a:ext>
            </a:extLst>
          </p:cNvPr>
          <p:cNvSpPr/>
          <p:nvPr/>
        </p:nvSpPr>
        <p:spPr>
          <a:xfrm>
            <a:off x="-358439" y="2082600"/>
            <a:ext cx="716878" cy="814509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am B Logo">
            <a:extLst>
              <a:ext uri="{FF2B5EF4-FFF2-40B4-BE49-F238E27FC236}">
                <a16:creationId xmlns:a16="http://schemas.microsoft.com/office/drawing/2014/main" id="{42DD75CE-B87B-A2AB-E9D6-A94D891FA961}"/>
              </a:ext>
            </a:extLst>
          </p:cNvPr>
          <p:cNvSpPr/>
          <p:nvPr/>
        </p:nvSpPr>
        <p:spPr>
          <a:xfrm>
            <a:off x="-420986" y="3241443"/>
            <a:ext cx="841972" cy="814509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3F588-E744-219B-242D-94136B11BABD}"/>
              </a:ext>
            </a:extLst>
          </p:cNvPr>
          <p:cNvGrpSpPr/>
          <p:nvPr/>
        </p:nvGrpSpPr>
        <p:grpSpPr>
          <a:xfrm>
            <a:off x="10092818" y="159766"/>
            <a:ext cx="977638" cy="261610"/>
            <a:chOff x="3759200" y="5085720"/>
            <a:chExt cx="977638" cy="26161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C3860F-6365-EF4D-D168-C842F01149A9}"/>
                </a:ext>
              </a:extLst>
            </p:cNvPr>
            <p:cNvSpPr/>
            <p:nvPr/>
          </p:nvSpPr>
          <p:spPr>
            <a:xfrm>
              <a:off x="3759200" y="5143500"/>
              <a:ext cx="336550" cy="1460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CA</a:t>
              </a:r>
              <a:endParaRPr lang="en-IN" sz="8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149580-D805-5ABB-11D1-98485224CF6C}"/>
                </a:ext>
              </a:extLst>
            </p:cNvPr>
            <p:cNvSpPr txBox="1"/>
            <p:nvPr/>
          </p:nvSpPr>
          <p:spPr>
            <a:xfrm>
              <a:off x="4140200" y="5085720"/>
              <a:ext cx="59663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Testing</a:t>
              </a:r>
              <a:endParaRPr lang="en-IN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171255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70</Words>
  <Application>Microsoft Office PowerPoint</Application>
  <PresentationFormat>Widescreen</PresentationFormat>
  <Paragraphs>53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Adobe Fan Heiti Std B</vt:lpstr>
      <vt:lpstr>Adobe Garamond Pro Bold</vt:lpstr>
      <vt:lpstr>Agency FB</vt:lpstr>
      <vt:lpstr>Algerian</vt:lpstr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50</cp:revision>
  <dcterms:created xsi:type="dcterms:W3CDTF">2026-05-13T11:34:25Z</dcterms:created>
  <dcterms:modified xsi:type="dcterms:W3CDTF">2026-06-26T07:20:22Z</dcterms:modified>
</cp:coreProperties>
</file>